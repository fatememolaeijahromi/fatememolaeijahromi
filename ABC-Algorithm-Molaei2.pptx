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5" r:id="rId10"/>
    <p:sldId id="264" r:id="rId11"/>
    <p:sldId id="266" r:id="rId12"/>
    <p:sldId id="268" r:id="rId13"/>
    <p:sldId id="269" r:id="rId14"/>
    <p:sldId id="270" r:id="rId15"/>
    <p:sldId id="271" r:id="rId16"/>
    <p:sldId id="272" r:id="rId17"/>
  </p:sldIdLst>
  <p:sldSz cx="12192000" cy="6858000"/>
  <p:notesSz cx="6858000" cy="9144000"/>
  <p:embeddedFontLst>
    <p:embeddedFont>
      <p:font typeface="Calibri" panose="020F0502020204030204" pitchFamily="34" charset="0"/>
      <p:regular r:id="rId19"/>
      <p:bold r:id="rId20"/>
      <p:italic r:id="rId21"/>
      <p:boldItalic r:id="rId22"/>
    </p:embeddedFont>
    <p:embeddedFont>
      <p:font typeface="Cambria Math" panose="02040503050406030204" pitchFamily="18" charset="0"/>
      <p:regular r:id="rId23"/>
    </p:embeddedFont>
    <p:embeddedFont>
      <p:font typeface="Gill Sans MT" panose="020B0502020104020203" pitchFamily="34" charset="0"/>
      <p:regular r:id="rId24"/>
      <p:bold r:id="rId25"/>
      <p:italic r:id="rId26"/>
      <p:boldItalic r:id="rId27"/>
    </p:embeddedFont>
    <p:embeddedFont>
      <p:font typeface="Wingdings 2" panose="05020102010507070707" pitchFamily="18"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 Molaei" userId="b1efcf07379a79c5" providerId="LiveId" clId="{C4E11F11-11EF-459D-A77B-AC04E0FFE0FC}"/>
    <pc:docChg chg="undo custSel addSld delSld modSld sldOrd">
      <pc:chgData name="Fateme Molaei" userId="b1efcf07379a79c5" providerId="LiveId" clId="{C4E11F11-11EF-459D-A77B-AC04E0FFE0FC}" dt="2024-04-30T19:45:59.405" v="1057" actId="2711"/>
      <pc:docMkLst>
        <pc:docMk/>
      </pc:docMkLst>
      <pc:sldChg chg="modSp mod">
        <pc:chgData name="Fateme Molaei" userId="b1efcf07379a79c5" providerId="LiveId" clId="{C4E11F11-11EF-459D-A77B-AC04E0FFE0FC}" dt="2024-04-28T12:11:35.888" v="1021" actId="2711"/>
        <pc:sldMkLst>
          <pc:docMk/>
          <pc:sldMk cId="2715956159" sldId="256"/>
        </pc:sldMkLst>
        <pc:spChg chg="mod">
          <ac:chgData name="Fateme Molaei" userId="b1efcf07379a79c5" providerId="LiveId" clId="{C4E11F11-11EF-459D-A77B-AC04E0FFE0FC}" dt="2024-04-28T12:08:56.084" v="1018" actId="2711"/>
          <ac:spMkLst>
            <pc:docMk/>
            <pc:sldMk cId="2715956159" sldId="256"/>
            <ac:spMk id="2" creationId="{9C002417-76A5-0BD0-2760-5502A25D9BAF}"/>
          </ac:spMkLst>
        </pc:spChg>
        <pc:spChg chg="mod">
          <ac:chgData name="Fateme Molaei" userId="b1efcf07379a79c5" providerId="LiveId" clId="{C4E11F11-11EF-459D-A77B-AC04E0FFE0FC}" dt="2024-04-28T12:11:31.086" v="1020" actId="2711"/>
          <ac:spMkLst>
            <pc:docMk/>
            <pc:sldMk cId="2715956159" sldId="256"/>
            <ac:spMk id="3" creationId="{E6C93830-908D-982E-E097-97EC7CDB17EB}"/>
          </ac:spMkLst>
        </pc:spChg>
        <pc:spChg chg="mod">
          <ac:chgData name="Fateme Molaei" userId="b1efcf07379a79c5" providerId="LiveId" clId="{C4E11F11-11EF-459D-A77B-AC04E0FFE0FC}" dt="2024-04-28T12:11:35.888" v="1021" actId="2711"/>
          <ac:spMkLst>
            <pc:docMk/>
            <pc:sldMk cId="2715956159" sldId="256"/>
            <ac:spMk id="4" creationId="{B25A394E-23BA-E1D3-056C-311EC1BBD556}"/>
          </ac:spMkLst>
        </pc:spChg>
        <pc:spChg chg="mod">
          <ac:chgData name="Fateme Molaei" userId="b1efcf07379a79c5" providerId="LiveId" clId="{C4E11F11-11EF-459D-A77B-AC04E0FFE0FC}" dt="2024-04-28T12:09:03.855" v="1019" actId="2711"/>
          <ac:spMkLst>
            <pc:docMk/>
            <pc:sldMk cId="2715956159" sldId="256"/>
            <ac:spMk id="6" creationId="{2A71270C-8510-F2A2-7931-AFCB1AD46B9C}"/>
          </ac:spMkLst>
        </pc:spChg>
      </pc:sldChg>
      <pc:sldChg chg="addSp modSp mod">
        <pc:chgData name="Fateme Molaei" userId="b1efcf07379a79c5" providerId="LiveId" clId="{C4E11F11-11EF-459D-A77B-AC04E0FFE0FC}" dt="2024-04-30T08:00:16.350" v="1053" actId="2711"/>
        <pc:sldMkLst>
          <pc:docMk/>
          <pc:sldMk cId="558329726" sldId="257"/>
        </pc:sldMkLst>
        <pc:spChg chg="mod">
          <ac:chgData name="Fateme Molaei" userId="b1efcf07379a79c5" providerId="LiveId" clId="{C4E11F11-11EF-459D-A77B-AC04E0FFE0FC}" dt="2024-04-30T08:00:16.350" v="1053" actId="2711"/>
          <ac:spMkLst>
            <pc:docMk/>
            <pc:sldMk cId="558329726" sldId="257"/>
            <ac:spMk id="2" creationId="{506E6461-3FDB-0A95-6506-C5D52729BDEE}"/>
          </ac:spMkLst>
        </pc:spChg>
        <pc:spChg chg="mod">
          <ac:chgData name="Fateme Molaei" userId="b1efcf07379a79c5" providerId="LiveId" clId="{C4E11F11-11EF-459D-A77B-AC04E0FFE0FC}" dt="2024-04-30T08:00:16.350" v="1053" actId="2711"/>
          <ac:spMkLst>
            <pc:docMk/>
            <pc:sldMk cId="558329726" sldId="257"/>
            <ac:spMk id="3" creationId="{8A6F9620-B60E-58B8-2F56-BB3573B08B6B}"/>
          </ac:spMkLst>
        </pc:spChg>
        <pc:spChg chg="mod">
          <ac:chgData name="Fateme Molaei" userId="b1efcf07379a79c5" providerId="LiveId" clId="{C4E11F11-11EF-459D-A77B-AC04E0FFE0FC}" dt="2024-04-30T08:00:16.350" v="1053" actId="2711"/>
          <ac:spMkLst>
            <pc:docMk/>
            <pc:sldMk cId="558329726" sldId="257"/>
            <ac:spMk id="4" creationId="{807DFABE-FA19-B0A8-AD10-98650E9A04F2}"/>
          </ac:spMkLst>
        </pc:spChg>
        <pc:spChg chg="mod">
          <ac:chgData name="Fateme Molaei" userId="b1efcf07379a79c5" providerId="LiveId" clId="{C4E11F11-11EF-459D-A77B-AC04E0FFE0FC}" dt="2024-04-30T08:00:16.350" v="1053" actId="2711"/>
          <ac:spMkLst>
            <pc:docMk/>
            <pc:sldMk cId="558329726" sldId="257"/>
            <ac:spMk id="5" creationId="{1D0F0FE7-C7BB-2E00-6272-94B2ADAD237A}"/>
          </ac:spMkLst>
        </pc:spChg>
        <pc:spChg chg="mod">
          <ac:chgData name="Fateme Molaei" userId="b1efcf07379a79c5" providerId="LiveId" clId="{C4E11F11-11EF-459D-A77B-AC04E0FFE0FC}" dt="2024-04-30T08:00:16.350" v="1053" actId="2711"/>
          <ac:spMkLst>
            <pc:docMk/>
            <pc:sldMk cId="558329726" sldId="257"/>
            <ac:spMk id="6" creationId="{EA2CD03D-133A-785D-A152-034A5E5BD255}"/>
          </ac:spMkLst>
        </pc:spChg>
        <pc:picChg chg="add mod">
          <ac:chgData name="Fateme Molaei" userId="b1efcf07379a79c5" providerId="LiveId" clId="{C4E11F11-11EF-459D-A77B-AC04E0FFE0FC}" dt="2024-04-30T08:00:16.350" v="1053" actId="2711"/>
          <ac:picMkLst>
            <pc:docMk/>
            <pc:sldMk cId="558329726" sldId="257"/>
            <ac:picMk id="4098" creationId="{7B62D1A9-4678-A575-E344-18F32B033F32}"/>
          </ac:picMkLst>
        </pc:picChg>
      </pc:sldChg>
      <pc:sldChg chg="addSp delSp modSp mod">
        <pc:chgData name="Fateme Molaei" userId="b1efcf07379a79c5" providerId="LiveId" clId="{C4E11F11-11EF-459D-A77B-AC04E0FFE0FC}" dt="2024-04-30T08:00:28.695" v="1054" actId="2711"/>
        <pc:sldMkLst>
          <pc:docMk/>
          <pc:sldMk cId="1082888214" sldId="258"/>
        </pc:sldMkLst>
        <pc:spChg chg="mod">
          <ac:chgData name="Fateme Molaei" userId="b1efcf07379a79c5" providerId="LiveId" clId="{C4E11F11-11EF-459D-A77B-AC04E0FFE0FC}" dt="2024-04-30T08:00:28.695" v="1054" actId="2711"/>
          <ac:spMkLst>
            <pc:docMk/>
            <pc:sldMk cId="1082888214" sldId="258"/>
            <ac:spMk id="2" creationId="{8FD415C5-50F2-E80A-F730-140E991D3157}"/>
          </ac:spMkLst>
        </pc:spChg>
        <pc:spChg chg="add del">
          <ac:chgData name="Fateme Molaei" userId="b1efcf07379a79c5" providerId="LiveId" clId="{C4E11F11-11EF-459D-A77B-AC04E0FFE0FC}" dt="2024-04-28T11:41:25.578" v="661"/>
          <ac:spMkLst>
            <pc:docMk/>
            <pc:sldMk cId="1082888214" sldId="258"/>
            <ac:spMk id="5" creationId="{9442CB05-1AEA-AA37-A84D-F5867D7FFEE6}"/>
          </ac:spMkLst>
        </pc:spChg>
        <pc:spChg chg="add del mod">
          <ac:chgData name="Fateme Molaei" userId="b1efcf07379a79c5" providerId="LiveId" clId="{C4E11F11-11EF-459D-A77B-AC04E0FFE0FC}" dt="2024-04-28T11:42:59.183" v="698" actId="22"/>
          <ac:spMkLst>
            <pc:docMk/>
            <pc:sldMk cId="1082888214" sldId="258"/>
            <ac:spMk id="7" creationId="{9A09A933-6071-4F60-9154-E8A4FFE7E276}"/>
          </ac:spMkLst>
        </pc:spChg>
        <pc:spChg chg="mod">
          <ac:chgData name="Fateme Molaei" userId="b1efcf07379a79c5" providerId="LiveId" clId="{C4E11F11-11EF-459D-A77B-AC04E0FFE0FC}" dt="2024-04-28T12:12:20.841" v="1023" actId="2711"/>
          <ac:spMkLst>
            <pc:docMk/>
            <pc:sldMk cId="1082888214" sldId="258"/>
            <ac:spMk id="17" creationId="{6CB82508-BCBD-464F-BA62-EF19C5486D46}"/>
          </ac:spMkLst>
        </pc:spChg>
      </pc:sldChg>
      <pc:sldChg chg="modSp mod">
        <pc:chgData name="Fateme Molaei" userId="b1efcf07379a79c5" providerId="LiveId" clId="{C4E11F11-11EF-459D-A77B-AC04E0FFE0FC}" dt="2024-04-30T08:00:37.569" v="1055" actId="2711"/>
        <pc:sldMkLst>
          <pc:docMk/>
          <pc:sldMk cId="1867314513" sldId="259"/>
        </pc:sldMkLst>
        <pc:spChg chg="mod">
          <ac:chgData name="Fateme Molaei" userId="b1efcf07379a79c5" providerId="LiveId" clId="{C4E11F11-11EF-459D-A77B-AC04E0FFE0FC}" dt="2024-04-30T08:00:37.569" v="1055" actId="2711"/>
          <ac:spMkLst>
            <pc:docMk/>
            <pc:sldMk cId="1867314513" sldId="259"/>
            <ac:spMk id="2" creationId="{9D2DEBD9-2636-FA7D-50AC-90117C4E8640}"/>
          </ac:spMkLst>
        </pc:spChg>
        <pc:spChg chg="mod">
          <ac:chgData name="Fateme Molaei" userId="b1efcf07379a79c5" providerId="LiveId" clId="{C4E11F11-11EF-459D-A77B-AC04E0FFE0FC}" dt="2024-04-30T08:00:37.569" v="1055" actId="2711"/>
          <ac:spMkLst>
            <pc:docMk/>
            <pc:sldMk cId="1867314513" sldId="259"/>
            <ac:spMk id="3" creationId="{D6E9D2B0-AA37-35D4-C080-6DD522C81476}"/>
          </ac:spMkLst>
        </pc:spChg>
        <pc:spChg chg="mod">
          <ac:chgData name="Fateme Molaei" userId="b1efcf07379a79c5" providerId="LiveId" clId="{C4E11F11-11EF-459D-A77B-AC04E0FFE0FC}" dt="2024-04-30T08:00:37.569" v="1055" actId="2711"/>
          <ac:spMkLst>
            <pc:docMk/>
            <pc:sldMk cId="1867314513" sldId="259"/>
            <ac:spMk id="4" creationId="{7728411C-5570-EBE4-7B40-E44EF8B4F580}"/>
          </ac:spMkLst>
        </pc:spChg>
        <pc:spChg chg="mod">
          <ac:chgData name="Fateme Molaei" userId="b1efcf07379a79c5" providerId="LiveId" clId="{C4E11F11-11EF-459D-A77B-AC04E0FFE0FC}" dt="2024-04-30T08:00:37.569" v="1055" actId="2711"/>
          <ac:spMkLst>
            <pc:docMk/>
            <pc:sldMk cId="1867314513" sldId="259"/>
            <ac:spMk id="5" creationId="{7E9FF5B0-E5D2-02F4-D743-44021AC993A9}"/>
          </ac:spMkLst>
        </pc:spChg>
        <pc:spChg chg="mod">
          <ac:chgData name="Fateme Molaei" userId="b1efcf07379a79c5" providerId="LiveId" clId="{C4E11F11-11EF-459D-A77B-AC04E0FFE0FC}" dt="2024-04-30T08:00:37.569" v="1055" actId="2711"/>
          <ac:spMkLst>
            <pc:docMk/>
            <pc:sldMk cId="1867314513" sldId="259"/>
            <ac:spMk id="11" creationId="{38480AEF-8E16-3B64-FB75-167913616F62}"/>
          </ac:spMkLst>
        </pc:spChg>
        <pc:picChg chg="mod">
          <ac:chgData name="Fateme Molaei" userId="b1efcf07379a79c5" providerId="LiveId" clId="{C4E11F11-11EF-459D-A77B-AC04E0FFE0FC}" dt="2024-04-30T08:00:37.569" v="1055" actId="2711"/>
          <ac:picMkLst>
            <pc:docMk/>
            <pc:sldMk cId="1867314513" sldId="259"/>
            <ac:picMk id="6" creationId="{0B839217-CAB3-3465-4933-CD90E49B059E}"/>
          </ac:picMkLst>
        </pc:picChg>
        <pc:picChg chg="mod">
          <ac:chgData name="Fateme Molaei" userId="b1efcf07379a79c5" providerId="LiveId" clId="{C4E11F11-11EF-459D-A77B-AC04E0FFE0FC}" dt="2024-04-30T08:00:37.569" v="1055" actId="2711"/>
          <ac:picMkLst>
            <pc:docMk/>
            <pc:sldMk cId="1867314513" sldId="259"/>
            <ac:picMk id="7" creationId="{057B8C58-55A2-4095-7FF2-55CC4D22F124}"/>
          </ac:picMkLst>
        </pc:picChg>
        <pc:picChg chg="mod">
          <ac:chgData name="Fateme Molaei" userId="b1efcf07379a79c5" providerId="LiveId" clId="{C4E11F11-11EF-459D-A77B-AC04E0FFE0FC}" dt="2024-04-30T08:00:37.569" v="1055" actId="2711"/>
          <ac:picMkLst>
            <pc:docMk/>
            <pc:sldMk cId="1867314513" sldId="259"/>
            <ac:picMk id="8" creationId="{7B385354-2FC8-4067-E2AA-47196475022A}"/>
          </ac:picMkLst>
        </pc:picChg>
        <pc:picChg chg="mod">
          <ac:chgData name="Fateme Molaei" userId="b1efcf07379a79c5" providerId="LiveId" clId="{C4E11F11-11EF-459D-A77B-AC04E0FFE0FC}" dt="2024-04-30T08:00:37.569" v="1055" actId="2711"/>
          <ac:picMkLst>
            <pc:docMk/>
            <pc:sldMk cId="1867314513" sldId="259"/>
            <ac:picMk id="9" creationId="{F6003240-8FE6-B51B-5C53-06D7FEA9E441}"/>
          </ac:picMkLst>
        </pc:picChg>
        <pc:picChg chg="mod">
          <ac:chgData name="Fateme Molaei" userId="b1efcf07379a79c5" providerId="LiveId" clId="{C4E11F11-11EF-459D-A77B-AC04E0FFE0FC}" dt="2024-04-30T08:00:37.569" v="1055" actId="2711"/>
          <ac:picMkLst>
            <pc:docMk/>
            <pc:sldMk cId="1867314513" sldId="259"/>
            <ac:picMk id="10" creationId="{11F48E9D-47AA-9C55-D97E-648EF16C2746}"/>
          </ac:picMkLst>
        </pc:picChg>
      </pc:sldChg>
      <pc:sldChg chg="modSp mod">
        <pc:chgData name="Fateme Molaei" userId="b1efcf07379a79c5" providerId="LiveId" clId="{C4E11F11-11EF-459D-A77B-AC04E0FFE0FC}" dt="2024-04-30T08:00:53.872" v="1056" actId="2711"/>
        <pc:sldMkLst>
          <pc:docMk/>
          <pc:sldMk cId="3938694529" sldId="260"/>
        </pc:sldMkLst>
        <pc:spChg chg="mod">
          <ac:chgData name="Fateme Molaei" userId="b1efcf07379a79c5" providerId="LiveId" clId="{C4E11F11-11EF-459D-A77B-AC04E0FFE0FC}" dt="2024-04-30T08:00:53.872" v="1056" actId="2711"/>
          <ac:spMkLst>
            <pc:docMk/>
            <pc:sldMk cId="3938694529" sldId="260"/>
            <ac:spMk id="2" creationId="{9D2DEBD9-2636-FA7D-50AC-90117C4E8640}"/>
          </ac:spMkLst>
        </pc:spChg>
        <pc:spChg chg="mod">
          <ac:chgData name="Fateme Molaei" userId="b1efcf07379a79c5" providerId="LiveId" clId="{C4E11F11-11EF-459D-A77B-AC04E0FFE0FC}" dt="2024-04-28T12:12:35.393" v="1025" actId="2711"/>
          <ac:spMkLst>
            <pc:docMk/>
            <pc:sldMk cId="3938694529" sldId="260"/>
            <ac:spMk id="4" creationId="{7728411C-5570-EBE4-7B40-E44EF8B4F580}"/>
          </ac:spMkLst>
        </pc:spChg>
      </pc:sldChg>
      <pc:sldChg chg="addSp delSp modSp mod">
        <pc:chgData name="Fateme Molaei" userId="b1efcf07379a79c5" providerId="LiveId" clId="{C4E11F11-11EF-459D-A77B-AC04E0FFE0FC}" dt="2024-04-28T12:14:01.254" v="1032" actId="1076"/>
        <pc:sldMkLst>
          <pc:docMk/>
          <pc:sldMk cId="1043756391" sldId="261"/>
        </pc:sldMkLst>
        <pc:spChg chg="mod">
          <ac:chgData name="Fateme Molaei" userId="b1efcf07379a79c5" providerId="LiveId" clId="{C4E11F11-11EF-459D-A77B-AC04E0FFE0FC}" dt="2024-04-28T12:13:05.803" v="1029" actId="2711"/>
          <ac:spMkLst>
            <pc:docMk/>
            <pc:sldMk cId="1043756391" sldId="261"/>
            <ac:spMk id="2" creationId="{9D2DEBD9-2636-FA7D-50AC-90117C4E8640}"/>
          </ac:spMkLst>
        </pc:spChg>
        <pc:spChg chg="mod">
          <ac:chgData name="Fateme Molaei" userId="b1efcf07379a79c5" providerId="LiveId" clId="{C4E11F11-11EF-459D-A77B-AC04E0FFE0FC}" dt="2024-04-28T12:13:05.803" v="1029" actId="2711"/>
          <ac:spMkLst>
            <pc:docMk/>
            <pc:sldMk cId="1043756391" sldId="261"/>
            <ac:spMk id="4" creationId="{7728411C-5570-EBE4-7B40-E44EF8B4F580}"/>
          </ac:spMkLst>
        </pc:spChg>
        <pc:spChg chg="mod">
          <ac:chgData name="Fateme Molaei" userId="b1efcf07379a79c5" providerId="LiveId" clId="{C4E11F11-11EF-459D-A77B-AC04E0FFE0FC}" dt="2024-04-28T12:13:05.803" v="1029" actId="2711"/>
          <ac:spMkLst>
            <pc:docMk/>
            <pc:sldMk cId="1043756391" sldId="261"/>
            <ac:spMk id="5" creationId="{71B2A7BA-E5C5-2FD8-678B-FFB81535E9A9}"/>
          </ac:spMkLst>
        </pc:spChg>
        <pc:spChg chg="mod">
          <ac:chgData name="Fateme Molaei" userId="b1efcf07379a79c5" providerId="LiveId" clId="{C4E11F11-11EF-459D-A77B-AC04E0FFE0FC}" dt="2024-04-28T12:13:05.803" v="1029" actId="2711"/>
          <ac:spMkLst>
            <pc:docMk/>
            <pc:sldMk cId="1043756391" sldId="261"/>
            <ac:spMk id="6" creationId="{737C10D5-A0FC-3C40-23FE-5471211B34CC}"/>
          </ac:spMkLst>
        </pc:spChg>
        <pc:spChg chg="mod">
          <ac:chgData name="Fateme Molaei" userId="b1efcf07379a79c5" providerId="LiveId" clId="{C4E11F11-11EF-459D-A77B-AC04E0FFE0FC}" dt="2024-04-28T12:13:05.803" v="1029" actId="2711"/>
          <ac:spMkLst>
            <pc:docMk/>
            <pc:sldMk cId="1043756391" sldId="261"/>
            <ac:spMk id="14" creationId="{1E3B29AD-BABF-0B97-DDA4-EB41DF730835}"/>
          </ac:spMkLst>
        </pc:spChg>
        <pc:spChg chg="mod">
          <ac:chgData name="Fateme Molaei" userId="b1efcf07379a79c5" providerId="LiveId" clId="{C4E11F11-11EF-459D-A77B-AC04E0FFE0FC}" dt="2024-04-28T12:13:05.803" v="1029" actId="2711"/>
          <ac:spMkLst>
            <pc:docMk/>
            <pc:sldMk cId="1043756391" sldId="261"/>
            <ac:spMk id="15" creationId="{5BCEBD27-E041-761B-CF7A-195D83B30EBE}"/>
          </ac:spMkLst>
        </pc:spChg>
        <pc:spChg chg="mod">
          <ac:chgData name="Fateme Molaei" userId="b1efcf07379a79c5" providerId="LiveId" clId="{C4E11F11-11EF-459D-A77B-AC04E0FFE0FC}" dt="2024-04-28T12:13:05.803" v="1029" actId="2711"/>
          <ac:spMkLst>
            <pc:docMk/>
            <pc:sldMk cId="1043756391" sldId="261"/>
            <ac:spMk id="18" creationId="{8CE62BFA-A17D-4CD9-6E11-2EF4F2631D82}"/>
          </ac:spMkLst>
        </pc:spChg>
        <pc:spChg chg="mod">
          <ac:chgData name="Fateme Molaei" userId="b1efcf07379a79c5" providerId="LiveId" clId="{C4E11F11-11EF-459D-A77B-AC04E0FFE0FC}" dt="2024-04-28T12:14:01.254" v="1032" actId="1076"/>
          <ac:spMkLst>
            <pc:docMk/>
            <pc:sldMk cId="1043756391" sldId="261"/>
            <ac:spMk id="23" creationId="{DBB30AC6-060F-9997-A312-C36596A0DACC}"/>
          </ac:spMkLst>
        </pc:spChg>
        <pc:spChg chg="mod">
          <ac:chgData name="Fateme Molaei" userId="b1efcf07379a79c5" providerId="LiveId" clId="{C4E11F11-11EF-459D-A77B-AC04E0FFE0FC}" dt="2024-04-28T12:13:05.803" v="1029" actId="2711"/>
          <ac:spMkLst>
            <pc:docMk/>
            <pc:sldMk cId="1043756391" sldId="261"/>
            <ac:spMk id="24" creationId="{A32BFB9D-7AD9-F23F-D845-360CB95D43F8}"/>
          </ac:spMkLst>
        </pc:spChg>
        <pc:picChg chg="mod">
          <ac:chgData name="Fateme Molaei" userId="b1efcf07379a79c5" providerId="LiveId" clId="{C4E11F11-11EF-459D-A77B-AC04E0FFE0FC}" dt="2024-04-28T12:13:05.803" v="1029" actId="2711"/>
          <ac:picMkLst>
            <pc:docMk/>
            <pc:sldMk cId="1043756391" sldId="261"/>
            <ac:picMk id="3" creationId="{057323D6-9017-022F-A447-D9ECC053D56F}"/>
          </ac:picMkLst>
        </pc:picChg>
        <pc:picChg chg="add mod">
          <ac:chgData name="Fateme Molaei" userId="b1efcf07379a79c5" providerId="LiveId" clId="{C4E11F11-11EF-459D-A77B-AC04E0FFE0FC}" dt="2024-04-28T12:13:05.803" v="1029" actId="2711"/>
          <ac:picMkLst>
            <pc:docMk/>
            <pc:sldMk cId="1043756391" sldId="261"/>
            <ac:picMk id="7" creationId="{AF59639E-E4F8-B9F0-F110-93CF223A3D6D}"/>
          </ac:picMkLst>
        </pc:picChg>
        <pc:picChg chg="add del">
          <ac:chgData name="Fateme Molaei" userId="b1efcf07379a79c5" providerId="LiveId" clId="{C4E11F11-11EF-459D-A77B-AC04E0FFE0FC}" dt="2024-04-28T12:05:53.040" v="1006"/>
          <ac:picMkLst>
            <pc:docMk/>
            <pc:sldMk cId="1043756391" sldId="261"/>
            <ac:picMk id="5122" creationId="{C53B1C24-7DBC-D57E-D36B-06F2FE6667BB}"/>
          </ac:picMkLst>
        </pc:picChg>
        <pc:cxnChg chg="mod">
          <ac:chgData name="Fateme Molaei" userId="b1efcf07379a79c5" providerId="LiveId" clId="{C4E11F11-11EF-459D-A77B-AC04E0FFE0FC}" dt="2024-04-28T12:13:05.803" v="1029" actId="2711"/>
          <ac:cxnSpMkLst>
            <pc:docMk/>
            <pc:sldMk cId="1043756391" sldId="261"/>
            <ac:cxnSpMk id="12" creationId="{74110CB1-F703-5D7A-687C-8943ADD09594}"/>
          </ac:cxnSpMkLst>
        </pc:cxnChg>
        <pc:cxnChg chg="mod">
          <ac:chgData name="Fateme Molaei" userId="b1efcf07379a79c5" providerId="LiveId" clId="{C4E11F11-11EF-459D-A77B-AC04E0FFE0FC}" dt="2024-04-28T12:13:05.803" v="1029" actId="2711"/>
          <ac:cxnSpMkLst>
            <pc:docMk/>
            <pc:sldMk cId="1043756391" sldId="261"/>
            <ac:cxnSpMk id="17" creationId="{216C6F65-736A-2825-5CCF-85293E6FDE35}"/>
          </ac:cxnSpMkLst>
        </pc:cxnChg>
        <pc:cxnChg chg="mod">
          <ac:chgData name="Fateme Molaei" userId="b1efcf07379a79c5" providerId="LiveId" clId="{C4E11F11-11EF-459D-A77B-AC04E0FFE0FC}" dt="2024-04-28T12:13:05.803" v="1029" actId="2711"/>
          <ac:cxnSpMkLst>
            <pc:docMk/>
            <pc:sldMk cId="1043756391" sldId="261"/>
            <ac:cxnSpMk id="20" creationId="{FD91F756-0DF7-2D19-A839-8D9735BEE9DA}"/>
          </ac:cxnSpMkLst>
        </pc:cxnChg>
        <pc:cxnChg chg="mod">
          <ac:chgData name="Fateme Molaei" userId="b1efcf07379a79c5" providerId="LiveId" clId="{C4E11F11-11EF-459D-A77B-AC04E0FFE0FC}" dt="2024-04-28T12:13:05.803" v="1029" actId="2711"/>
          <ac:cxnSpMkLst>
            <pc:docMk/>
            <pc:sldMk cId="1043756391" sldId="261"/>
            <ac:cxnSpMk id="22" creationId="{C8821A62-FCCF-291C-9F1E-95F13463012E}"/>
          </ac:cxnSpMkLst>
        </pc:cxnChg>
        <pc:cxnChg chg="mod">
          <ac:chgData name="Fateme Molaei" userId="b1efcf07379a79c5" providerId="LiveId" clId="{C4E11F11-11EF-459D-A77B-AC04E0FFE0FC}" dt="2024-04-28T12:13:05.803" v="1029" actId="2711"/>
          <ac:cxnSpMkLst>
            <pc:docMk/>
            <pc:sldMk cId="1043756391" sldId="261"/>
            <ac:cxnSpMk id="26" creationId="{60F2D247-1D4B-50F6-4AF1-2FAFDD56778C}"/>
          </ac:cxnSpMkLst>
        </pc:cxnChg>
      </pc:sldChg>
      <pc:sldChg chg="addSp modSp mod">
        <pc:chgData name="Fateme Molaei" userId="b1efcf07379a79c5" providerId="LiveId" clId="{C4E11F11-11EF-459D-A77B-AC04E0FFE0FC}" dt="2024-04-28T12:14:10.202" v="1033" actId="2711"/>
        <pc:sldMkLst>
          <pc:docMk/>
          <pc:sldMk cId="3865505873" sldId="262"/>
        </pc:sldMkLst>
        <pc:spChg chg="mod">
          <ac:chgData name="Fateme Molaei" userId="b1efcf07379a79c5" providerId="LiveId" clId="{C4E11F11-11EF-459D-A77B-AC04E0FFE0FC}" dt="2024-04-28T12:14:10.202" v="1033" actId="2711"/>
          <ac:spMkLst>
            <pc:docMk/>
            <pc:sldMk cId="3865505873" sldId="262"/>
            <ac:spMk id="2" creationId="{9D2DEBD9-2636-FA7D-50AC-90117C4E8640}"/>
          </ac:spMkLst>
        </pc:spChg>
        <pc:spChg chg="mod">
          <ac:chgData name="Fateme Molaei" userId="b1efcf07379a79c5" providerId="LiveId" clId="{C4E11F11-11EF-459D-A77B-AC04E0FFE0FC}" dt="2024-04-28T12:14:10.202" v="1033" actId="2711"/>
          <ac:spMkLst>
            <pc:docMk/>
            <pc:sldMk cId="3865505873" sldId="262"/>
            <ac:spMk id="3" creationId="{56E2683A-7AC6-7980-3E07-35C2BD41825F}"/>
          </ac:spMkLst>
        </pc:spChg>
        <pc:spChg chg="mod">
          <ac:chgData name="Fateme Molaei" userId="b1efcf07379a79c5" providerId="LiveId" clId="{C4E11F11-11EF-459D-A77B-AC04E0FFE0FC}" dt="2024-04-28T12:14:10.202" v="1033" actId="2711"/>
          <ac:spMkLst>
            <pc:docMk/>
            <pc:sldMk cId="3865505873" sldId="262"/>
            <ac:spMk id="4" creationId="{3A3CCD9E-EDCD-A884-1213-F01A522981C2}"/>
          </ac:spMkLst>
        </pc:spChg>
        <pc:spChg chg="mod">
          <ac:chgData name="Fateme Molaei" userId="b1efcf07379a79c5" providerId="LiveId" clId="{C4E11F11-11EF-459D-A77B-AC04E0FFE0FC}" dt="2024-04-28T12:14:10.202" v="1033" actId="2711"/>
          <ac:spMkLst>
            <pc:docMk/>
            <pc:sldMk cId="3865505873" sldId="262"/>
            <ac:spMk id="5" creationId="{7E9FF5B0-E5D2-02F4-D743-44021AC993A9}"/>
          </ac:spMkLst>
        </pc:spChg>
        <pc:spChg chg="mod">
          <ac:chgData name="Fateme Molaei" userId="b1efcf07379a79c5" providerId="LiveId" clId="{C4E11F11-11EF-459D-A77B-AC04E0FFE0FC}" dt="2024-04-28T12:14:10.202" v="1033" actId="2711"/>
          <ac:spMkLst>
            <pc:docMk/>
            <pc:sldMk cId="3865505873" sldId="262"/>
            <ac:spMk id="6" creationId="{FE2650C8-00B3-B0D8-A2AA-D448BE081E8C}"/>
          </ac:spMkLst>
        </pc:spChg>
        <pc:spChg chg="add mod">
          <ac:chgData name="Fateme Molaei" userId="b1efcf07379a79c5" providerId="LiveId" clId="{C4E11F11-11EF-459D-A77B-AC04E0FFE0FC}" dt="2024-04-28T12:14:10.202" v="1033" actId="2711"/>
          <ac:spMkLst>
            <pc:docMk/>
            <pc:sldMk cId="3865505873" sldId="262"/>
            <ac:spMk id="9" creationId="{99370CC7-6D2F-751F-ABC3-06387C63B67C}"/>
          </ac:spMkLst>
        </pc:spChg>
        <pc:picChg chg="mod">
          <ac:chgData name="Fateme Molaei" userId="b1efcf07379a79c5" providerId="LiveId" clId="{C4E11F11-11EF-459D-A77B-AC04E0FFE0FC}" dt="2024-04-28T12:14:10.202" v="1033" actId="2711"/>
          <ac:picMkLst>
            <pc:docMk/>
            <pc:sldMk cId="3865505873" sldId="262"/>
            <ac:picMk id="8" creationId="{7B385354-2FC8-4067-E2AA-47196475022A}"/>
          </ac:picMkLst>
        </pc:picChg>
        <pc:picChg chg="mod">
          <ac:chgData name="Fateme Molaei" userId="b1efcf07379a79c5" providerId="LiveId" clId="{C4E11F11-11EF-459D-A77B-AC04E0FFE0FC}" dt="2024-04-28T12:14:10.202" v="1033" actId="2711"/>
          <ac:picMkLst>
            <pc:docMk/>
            <pc:sldMk cId="3865505873" sldId="262"/>
            <ac:picMk id="13" creationId="{BA78057B-5506-2DB4-0BFA-79A938FCFE85}"/>
          </ac:picMkLst>
        </pc:picChg>
      </pc:sldChg>
      <pc:sldChg chg="addSp modSp">
        <pc:chgData name="Fateme Molaei" userId="b1efcf07379a79c5" providerId="LiveId" clId="{C4E11F11-11EF-459D-A77B-AC04E0FFE0FC}" dt="2024-04-28T12:14:17.767" v="1034" actId="2711"/>
        <pc:sldMkLst>
          <pc:docMk/>
          <pc:sldMk cId="4136796894" sldId="263"/>
        </pc:sldMkLst>
        <pc:spChg chg="mod">
          <ac:chgData name="Fateme Molaei" userId="b1efcf07379a79c5" providerId="LiveId" clId="{C4E11F11-11EF-459D-A77B-AC04E0FFE0FC}" dt="2024-04-28T12:14:17.767" v="1034" actId="2711"/>
          <ac:spMkLst>
            <pc:docMk/>
            <pc:sldMk cId="4136796894" sldId="263"/>
            <ac:spMk id="2" creationId="{9D2DEBD9-2636-FA7D-50AC-90117C4E8640}"/>
          </ac:spMkLst>
        </pc:spChg>
        <pc:spChg chg="mod">
          <ac:chgData name="Fateme Molaei" userId="b1efcf07379a79c5" providerId="LiveId" clId="{C4E11F11-11EF-459D-A77B-AC04E0FFE0FC}" dt="2024-04-28T12:14:17.767" v="1034" actId="2711"/>
          <ac:spMkLst>
            <pc:docMk/>
            <pc:sldMk cId="4136796894" sldId="263"/>
            <ac:spMk id="3" creationId="{04A72303-53FB-35C7-5E3E-8B5369D24FA5}"/>
          </ac:spMkLst>
        </pc:spChg>
        <pc:spChg chg="mod">
          <ac:chgData name="Fateme Molaei" userId="b1efcf07379a79c5" providerId="LiveId" clId="{C4E11F11-11EF-459D-A77B-AC04E0FFE0FC}" dt="2024-04-28T12:14:17.767" v="1034" actId="2711"/>
          <ac:spMkLst>
            <pc:docMk/>
            <pc:sldMk cId="4136796894" sldId="263"/>
            <ac:spMk id="4" creationId="{7728411C-5570-EBE4-7B40-E44EF8B4F580}"/>
          </ac:spMkLst>
        </pc:spChg>
        <pc:spChg chg="mod">
          <ac:chgData name="Fateme Molaei" userId="b1efcf07379a79c5" providerId="LiveId" clId="{C4E11F11-11EF-459D-A77B-AC04E0FFE0FC}" dt="2024-04-28T12:14:17.767" v="1034" actId="2711"/>
          <ac:spMkLst>
            <pc:docMk/>
            <pc:sldMk cId="4136796894" sldId="263"/>
            <ac:spMk id="5" creationId="{65F85429-E736-C730-628F-1B6E8AC1CA86}"/>
          </ac:spMkLst>
        </pc:spChg>
        <pc:picChg chg="add mod">
          <ac:chgData name="Fateme Molaei" userId="b1efcf07379a79c5" providerId="LiveId" clId="{C4E11F11-11EF-459D-A77B-AC04E0FFE0FC}" dt="2024-04-28T12:14:17.767" v="1034" actId="2711"/>
          <ac:picMkLst>
            <pc:docMk/>
            <pc:sldMk cId="4136796894" sldId="263"/>
            <ac:picMk id="6" creationId="{46AC172F-20ED-1809-9F1C-DA05DE16C3D0}"/>
          </ac:picMkLst>
        </pc:picChg>
      </pc:sldChg>
      <pc:sldChg chg="addSp modSp">
        <pc:chgData name="Fateme Molaei" userId="b1efcf07379a79c5" providerId="LiveId" clId="{C4E11F11-11EF-459D-A77B-AC04E0FFE0FC}" dt="2024-04-28T12:14:25.338" v="1035" actId="2711"/>
        <pc:sldMkLst>
          <pc:docMk/>
          <pc:sldMk cId="2333993180" sldId="264"/>
        </pc:sldMkLst>
        <pc:spChg chg="mod">
          <ac:chgData name="Fateme Molaei" userId="b1efcf07379a79c5" providerId="LiveId" clId="{C4E11F11-11EF-459D-A77B-AC04E0FFE0FC}" dt="2024-04-28T12:14:25.338" v="1035" actId="2711"/>
          <ac:spMkLst>
            <pc:docMk/>
            <pc:sldMk cId="2333993180" sldId="264"/>
            <ac:spMk id="2" creationId="{9D2DEBD9-2636-FA7D-50AC-90117C4E8640}"/>
          </ac:spMkLst>
        </pc:spChg>
        <pc:spChg chg="mod">
          <ac:chgData name="Fateme Molaei" userId="b1efcf07379a79c5" providerId="LiveId" clId="{C4E11F11-11EF-459D-A77B-AC04E0FFE0FC}" dt="2024-04-28T12:14:25.338" v="1035" actId="2711"/>
          <ac:spMkLst>
            <pc:docMk/>
            <pc:sldMk cId="2333993180" sldId="264"/>
            <ac:spMk id="3" creationId="{0AFFE8F7-1036-DBCD-B552-7187DAD4F1D7}"/>
          </ac:spMkLst>
        </pc:spChg>
        <pc:spChg chg="mod">
          <ac:chgData name="Fateme Molaei" userId="b1efcf07379a79c5" providerId="LiveId" clId="{C4E11F11-11EF-459D-A77B-AC04E0FFE0FC}" dt="2024-04-28T12:14:25.338" v="1035" actId="2711"/>
          <ac:spMkLst>
            <pc:docMk/>
            <pc:sldMk cId="2333993180" sldId="264"/>
            <ac:spMk id="4" creationId="{7CC1A3E9-2CB8-4459-37C3-708343E114EA}"/>
          </ac:spMkLst>
        </pc:spChg>
        <pc:spChg chg="mod">
          <ac:chgData name="Fateme Molaei" userId="b1efcf07379a79c5" providerId="LiveId" clId="{C4E11F11-11EF-459D-A77B-AC04E0FFE0FC}" dt="2024-04-28T12:14:25.338" v="1035" actId="2711"/>
          <ac:spMkLst>
            <pc:docMk/>
            <pc:sldMk cId="2333993180" sldId="264"/>
            <ac:spMk id="5" creationId="{7E9FF5B0-E5D2-02F4-D743-44021AC993A9}"/>
          </ac:spMkLst>
        </pc:spChg>
        <pc:spChg chg="add mod">
          <ac:chgData name="Fateme Molaei" userId="b1efcf07379a79c5" providerId="LiveId" clId="{C4E11F11-11EF-459D-A77B-AC04E0FFE0FC}" dt="2024-04-28T12:14:25.338" v="1035" actId="2711"/>
          <ac:spMkLst>
            <pc:docMk/>
            <pc:sldMk cId="2333993180" sldId="264"/>
            <ac:spMk id="11" creationId="{DAA0FA9C-CF88-4413-E9BE-F6315E076DB7}"/>
          </ac:spMkLst>
        </pc:spChg>
        <pc:spChg chg="mod">
          <ac:chgData name="Fateme Molaei" userId="b1efcf07379a79c5" providerId="LiveId" clId="{C4E11F11-11EF-459D-A77B-AC04E0FFE0FC}" dt="2024-04-28T12:14:25.338" v="1035" actId="2711"/>
          <ac:spMkLst>
            <pc:docMk/>
            <pc:sldMk cId="2333993180" sldId="264"/>
            <ac:spMk id="16" creationId="{78B7A6AE-C143-DE7F-66BA-5F68BF3C1AE8}"/>
          </ac:spMkLst>
        </pc:spChg>
        <pc:picChg chg="mod">
          <ac:chgData name="Fateme Molaei" userId="b1efcf07379a79c5" providerId="LiveId" clId="{C4E11F11-11EF-459D-A77B-AC04E0FFE0FC}" dt="2024-04-28T12:14:25.338" v="1035" actId="2711"/>
          <ac:picMkLst>
            <pc:docMk/>
            <pc:sldMk cId="2333993180" sldId="264"/>
            <ac:picMk id="6" creationId="{0B839217-CAB3-3465-4933-CD90E49B059E}"/>
          </ac:picMkLst>
        </pc:picChg>
        <pc:picChg chg="mod">
          <ac:chgData name="Fateme Molaei" userId="b1efcf07379a79c5" providerId="LiveId" clId="{C4E11F11-11EF-459D-A77B-AC04E0FFE0FC}" dt="2024-04-28T12:14:25.338" v="1035" actId="2711"/>
          <ac:picMkLst>
            <pc:docMk/>
            <pc:sldMk cId="2333993180" sldId="264"/>
            <ac:picMk id="7" creationId="{057B8C58-55A2-4095-7FF2-55CC4D22F124}"/>
          </ac:picMkLst>
        </pc:picChg>
        <pc:picChg chg="mod">
          <ac:chgData name="Fateme Molaei" userId="b1efcf07379a79c5" providerId="LiveId" clId="{C4E11F11-11EF-459D-A77B-AC04E0FFE0FC}" dt="2024-04-28T12:14:25.338" v="1035" actId="2711"/>
          <ac:picMkLst>
            <pc:docMk/>
            <pc:sldMk cId="2333993180" sldId="264"/>
            <ac:picMk id="8" creationId="{7B385354-2FC8-4067-E2AA-47196475022A}"/>
          </ac:picMkLst>
        </pc:picChg>
        <pc:picChg chg="mod">
          <ac:chgData name="Fateme Molaei" userId="b1efcf07379a79c5" providerId="LiveId" clId="{C4E11F11-11EF-459D-A77B-AC04E0FFE0FC}" dt="2024-04-28T12:14:25.338" v="1035" actId="2711"/>
          <ac:picMkLst>
            <pc:docMk/>
            <pc:sldMk cId="2333993180" sldId="264"/>
            <ac:picMk id="9" creationId="{F6003240-8FE6-B51B-5C53-06D7FEA9E441}"/>
          </ac:picMkLst>
        </pc:picChg>
        <pc:picChg chg="mod">
          <ac:chgData name="Fateme Molaei" userId="b1efcf07379a79c5" providerId="LiveId" clId="{C4E11F11-11EF-459D-A77B-AC04E0FFE0FC}" dt="2024-04-28T12:14:25.338" v="1035" actId="2711"/>
          <ac:picMkLst>
            <pc:docMk/>
            <pc:sldMk cId="2333993180" sldId="264"/>
            <ac:picMk id="10" creationId="{11F48E9D-47AA-9C55-D97E-648EF16C2746}"/>
          </ac:picMkLst>
        </pc:picChg>
        <pc:picChg chg="mod">
          <ac:chgData name="Fateme Molaei" userId="b1efcf07379a79c5" providerId="LiveId" clId="{C4E11F11-11EF-459D-A77B-AC04E0FFE0FC}" dt="2024-04-28T12:14:25.338" v="1035" actId="2711"/>
          <ac:picMkLst>
            <pc:docMk/>
            <pc:sldMk cId="2333993180" sldId="264"/>
            <ac:picMk id="12" creationId="{DD627A3A-19B5-F3D3-9C32-39E576E5DB7A}"/>
          </ac:picMkLst>
        </pc:picChg>
        <pc:picChg chg="mod">
          <ac:chgData name="Fateme Molaei" userId="b1efcf07379a79c5" providerId="LiveId" clId="{C4E11F11-11EF-459D-A77B-AC04E0FFE0FC}" dt="2024-04-28T12:14:25.338" v="1035" actId="2711"/>
          <ac:picMkLst>
            <pc:docMk/>
            <pc:sldMk cId="2333993180" sldId="264"/>
            <ac:picMk id="13" creationId="{60C4464C-F4E5-E460-48EF-12B7015F36B9}"/>
          </ac:picMkLst>
        </pc:picChg>
        <pc:picChg chg="mod">
          <ac:chgData name="Fateme Molaei" userId="b1efcf07379a79c5" providerId="LiveId" clId="{C4E11F11-11EF-459D-A77B-AC04E0FFE0FC}" dt="2024-04-28T12:14:25.338" v="1035" actId="2711"/>
          <ac:picMkLst>
            <pc:docMk/>
            <pc:sldMk cId="2333993180" sldId="264"/>
            <ac:picMk id="14" creationId="{759D8C3D-4BDF-7090-0AD1-7A88B236594D}"/>
          </ac:picMkLst>
        </pc:picChg>
        <pc:picChg chg="mod">
          <ac:chgData name="Fateme Molaei" userId="b1efcf07379a79c5" providerId="LiveId" clId="{C4E11F11-11EF-459D-A77B-AC04E0FFE0FC}" dt="2024-04-28T12:14:25.338" v="1035" actId="2711"/>
          <ac:picMkLst>
            <pc:docMk/>
            <pc:sldMk cId="2333993180" sldId="264"/>
            <ac:picMk id="15" creationId="{A76B72DD-C60D-8967-2A3E-061EF1789876}"/>
          </ac:picMkLst>
        </pc:picChg>
        <pc:picChg chg="mod">
          <ac:chgData name="Fateme Molaei" userId="b1efcf07379a79c5" providerId="LiveId" clId="{C4E11F11-11EF-459D-A77B-AC04E0FFE0FC}" dt="2024-04-28T12:14:25.338" v="1035" actId="2711"/>
          <ac:picMkLst>
            <pc:docMk/>
            <pc:sldMk cId="2333993180" sldId="264"/>
            <ac:picMk id="3078" creationId="{A1EFB433-AB74-C06B-F283-856BF37B19A7}"/>
          </ac:picMkLst>
        </pc:picChg>
      </pc:sldChg>
      <pc:sldChg chg="addSp delSp modSp mod">
        <pc:chgData name="Fateme Molaei" userId="b1efcf07379a79c5" providerId="LiveId" clId="{C4E11F11-11EF-459D-A77B-AC04E0FFE0FC}" dt="2024-04-30T19:45:59.405" v="1057" actId="2711"/>
        <pc:sldMkLst>
          <pc:docMk/>
          <pc:sldMk cId="223946644" sldId="265"/>
        </pc:sldMkLst>
        <pc:spChg chg="mod">
          <ac:chgData name="Fateme Molaei" userId="b1efcf07379a79c5" providerId="LiveId" clId="{C4E11F11-11EF-459D-A77B-AC04E0FFE0FC}" dt="2024-04-30T19:45:59.405" v="1057" actId="2711"/>
          <ac:spMkLst>
            <pc:docMk/>
            <pc:sldMk cId="223946644" sldId="265"/>
            <ac:spMk id="2" creationId="{9D2DEBD9-2636-FA7D-50AC-90117C4E8640}"/>
          </ac:spMkLst>
        </pc:spChg>
        <pc:spChg chg="add del mod">
          <ac:chgData name="Fateme Molaei" userId="b1efcf07379a79c5" providerId="LiveId" clId="{C4E11F11-11EF-459D-A77B-AC04E0FFE0FC}" dt="2024-04-28T11:44:49.958" v="744" actId="21"/>
          <ac:spMkLst>
            <pc:docMk/>
            <pc:sldMk cId="223946644" sldId="265"/>
            <ac:spMk id="16" creationId="{6AFB4F4D-9DB7-14A9-C431-B33AE71AFBC0}"/>
          </ac:spMkLst>
        </pc:spChg>
      </pc:sldChg>
      <pc:sldChg chg="addSp delSp modSp new mod">
        <pc:chgData name="Fateme Molaei" userId="b1efcf07379a79c5" providerId="LiveId" clId="{C4E11F11-11EF-459D-A77B-AC04E0FFE0FC}" dt="2024-04-28T12:14:51.202" v="1039" actId="255"/>
        <pc:sldMkLst>
          <pc:docMk/>
          <pc:sldMk cId="186046804" sldId="266"/>
        </pc:sldMkLst>
        <pc:spChg chg="mod">
          <ac:chgData name="Fateme Molaei" userId="b1efcf07379a79c5" providerId="LiveId" clId="{C4E11F11-11EF-459D-A77B-AC04E0FFE0FC}" dt="2024-04-28T12:14:31.905" v="1036" actId="2711"/>
          <ac:spMkLst>
            <pc:docMk/>
            <pc:sldMk cId="186046804" sldId="266"/>
            <ac:spMk id="2" creationId="{A18A4DE9-9F21-7B22-C223-0196BD1260E8}"/>
          </ac:spMkLst>
        </pc:spChg>
        <pc:spChg chg="mod">
          <ac:chgData name="Fateme Molaei" userId="b1efcf07379a79c5" providerId="LiveId" clId="{C4E11F11-11EF-459D-A77B-AC04E0FFE0FC}" dt="2024-04-28T12:14:31.905" v="1036" actId="2711"/>
          <ac:spMkLst>
            <pc:docMk/>
            <pc:sldMk cId="186046804" sldId="266"/>
            <ac:spMk id="3" creationId="{817F73F2-3C25-CAA2-56EC-12D1A22A99F5}"/>
          </ac:spMkLst>
        </pc:spChg>
        <pc:spChg chg="mod">
          <ac:chgData name="Fateme Molaei" userId="b1efcf07379a79c5" providerId="LiveId" clId="{C4E11F11-11EF-459D-A77B-AC04E0FFE0FC}" dt="2024-04-28T12:14:31.905" v="1036" actId="2711"/>
          <ac:spMkLst>
            <pc:docMk/>
            <pc:sldMk cId="186046804" sldId="266"/>
            <ac:spMk id="7" creationId="{F111CB1E-E349-2022-5AAF-FB0A1190FECA}"/>
          </ac:spMkLst>
        </pc:spChg>
        <pc:spChg chg="mod">
          <ac:chgData name="Fateme Molaei" userId="b1efcf07379a79c5" providerId="LiveId" clId="{C4E11F11-11EF-459D-A77B-AC04E0FFE0FC}" dt="2024-04-28T12:14:31.905" v="1036" actId="2711"/>
          <ac:spMkLst>
            <pc:docMk/>
            <pc:sldMk cId="186046804" sldId="266"/>
            <ac:spMk id="8" creationId="{90140849-7D51-3742-4C8C-BBD3C649DD18}"/>
          </ac:spMkLst>
        </pc:spChg>
        <pc:spChg chg="add del mod">
          <ac:chgData name="Fateme Molaei" userId="b1efcf07379a79c5" providerId="LiveId" clId="{C4E11F11-11EF-459D-A77B-AC04E0FFE0FC}" dt="2024-04-28T11:22:17.164" v="253" actId="478"/>
          <ac:spMkLst>
            <pc:docMk/>
            <pc:sldMk cId="186046804" sldId="266"/>
            <ac:spMk id="9" creationId="{662595FE-587F-F72B-0EBD-F935BD0186EE}"/>
          </ac:spMkLst>
        </pc:spChg>
        <pc:spChg chg="add mod">
          <ac:chgData name="Fateme Molaei" userId="b1efcf07379a79c5" providerId="LiveId" clId="{C4E11F11-11EF-459D-A77B-AC04E0FFE0FC}" dt="2024-04-28T12:14:31.905" v="1036" actId="2711"/>
          <ac:spMkLst>
            <pc:docMk/>
            <pc:sldMk cId="186046804" sldId="266"/>
            <ac:spMk id="11" creationId="{D291E98C-3528-AAF4-37F4-77BAF371A95C}"/>
          </ac:spMkLst>
        </pc:spChg>
        <pc:spChg chg="add mod">
          <ac:chgData name="Fateme Molaei" userId="b1efcf07379a79c5" providerId="LiveId" clId="{C4E11F11-11EF-459D-A77B-AC04E0FFE0FC}" dt="2024-04-28T12:14:31.905" v="1036" actId="2711"/>
          <ac:spMkLst>
            <pc:docMk/>
            <pc:sldMk cId="186046804" sldId="266"/>
            <ac:spMk id="13" creationId="{382689A3-4F37-D322-A492-40435580CBB1}"/>
          </ac:spMkLst>
        </pc:spChg>
        <pc:spChg chg="add mod">
          <ac:chgData name="Fateme Molaei" userId="b1efcf07379a79c5" providerId="LiveId" clId="{C4E11F11-11EF-459D-A77B-AC04E0FFE0FC}" dt="2024-04-28T12:14:51.202" v="1039" actId="255"/>
          <ac:spMkLst>
            <pc:docMk/>
            <pc:sldMk cId="186046804" sldId="266"/>
            <ac:spMk id="15" creationId="{7282AA54-EB66-B204-B473-106B41BA4B11}"/>
          </ac:spMkLst>
        </pc:spChg>
        <pc:spChg chg="add mod">
          <ac:chgData name="Fateme Molaei" userId="b1efcf07379a79c5" providerId="LiveId" clId="{C4E11F11-11EF-459D-A77B-AC04E0FFE0FC}" dt="2024-04-28T12:14:31.905" v="1036" actId="2711"/>
          <ac:spMkLst>
            <pc:docMk/>
            <pc:sldMk cId="186046804" sldId="266"/>
            <ac:spMk id="22" creationId="{C4B90B1B-3469-FAF3-BD53-90812A9F50A1}"/>
          </ac:spMkLst>
        </pc:spChg>
        <pc:picChg chg="add del mod">
          <ac:chgData name="Fateme Molaei" userId="b1efcf07379a79c5" providerId="LiveId" clId="{C4E11F11-11EF-459D-A77B-AC04E0FFE0FC}" dt="2024-04-28T11:20:49.397" v="247" actId="478"/>
          <ac:picMkLst>
            <pc:docMk/>
            <pc:sldMk cId="186046804" sldId="266"/>
            <ac:picMk id="4" creationId="{D5F58564-3FF4-1BD5-41D5-9469DE805B35}"/>
          </ac:picMkLst>
        </pc:picChg>
        <pc:picChg chg="add del mod">
          <ac:chgData name="Fateme Molaei" userId="b1efcf07379a79c5" providerId="LiveId" clId="{C4E11F11-11EF-459D-A77B-AC04E0FFE0FC}" dt="2024-04-28T11:23:53.356" v="255" actId="478"/>
          <ac:picMkLst>
            <pc:docMk/>
            <pc:sldMk cId="186046804" sldId="266"/>
            <ac:picMk id="6" creationId="{81C6A66C-2787-50C1-85D9-CEEA52E23FCF}"/>
          </ac:picMkLst>
        </pc:picChg>
        <pc:picChg chg="add mod">
          <ac:chgData name="Fateme Molaei" userId="b1efcf07379a79c5" providerId="LiveId" clId="{C4E11F11-11EF-459D-A77B-AC04E0FFE0FC}" dt="2024-04-28T12:14:31.905" v="1036" actId="2711"/>
          <ac:picMkLst>
            <pc:docMk/>
            <pc:sldMk cId="186046804" sldId="266"/>
            <ac:picMk id="23" creationId="{42857D0A-1B2E-ABE9-E18A-E2A5AC897344}"/>
          </ac:picMkLst>
        </pc:picChg>
        <pc:cxnChg chg="add mod">
          <ac:chgData name="Fateme Molaei" userId="b1efcf07379a79c5" providerId="LiveId" clId="{C4E11F11-11EF-459D-A77B-AC04E0FFE0FC}" dt="2024-04-28T12:14:31.905" v="1036" actId="2711"/>
          <ac:cxnSpMkLst>
            <pc:docMk/>
            <pc:sldMk cId="186046804" sldId="266"/>
            <ac:cxnSpMk id="17" creationId="{0D73D1C9-B1B1-86A7-C533-3F52059C44DB}"/>
          </ac:cxnSpMkLst>
        </pc:cxnChg>
      </pc:sldChg>
      <pc:sldChg chg="addSp delSp modSp new del">
        <pc:chgData name="Fateme Molaei" userId="b1efcf07379a79c5" providerId="LiveId" clId="{C4E11F11-11EF-459D-A77B-AC04E0FFE0FC}" dt="2024-04-28T11:32:24.266" v="346" actId="680"/>
        <pc:sldMkLst>
          <pc:docMk/>
          <pc:sldMk cId="2152915308" sldId="267"/>
        </pc:sldMkLst>
        <pc:spChg chg="add del">
          <ac:chgData name="Fateme Molaei" userId="b1efcf07379a79c5" providerId="LiveId" clId="{C4E11F11-11EF-459D-A77B-AC04E0FFE0FC}" dt="2024-04-28T11:32:23.716" v="345"/>
          <ac:spMkLst>
            <pc:docMk/>
            <pc:sldMk cId="2152915308" sldId="267"/>
            <ac:spMk id="2" creationId="{47DED521-3ECF-6FF4-AE3B-AD9CBD32A432}"/>
          </ac:spMkLst>
        </pc:spChg>
        <pc:spChg chg="add del mod">
          <ac:chgData name="Fateme Molaei" userId="b1efcf07379a79c5" providerId="LiveId" clId="{C4E11F11-11EF-459D-A77B-AC04E0FFE0FC}" dt="2024-04-28T11:32:23.716" v="345"/>
          <ac:spMkLst>
            <pc:docMk/>
            <pc:sldMk cId="2152915308" sldId="267"/>
            <ac:spMk id="6" creationId="{3F0F6A37-FD65-20E5-B3BC-9377FE1F993C}"/>
          </ac:spMkLst>
        </pc:spChg>
        <pc:spChg chg="add del mod">
          <ac:chgData name="Fateme Molaei" userId="b1efcf07379a79c5" providerId="LiveId" clId="{C4E11F11-11EF-459D-A77B-AC04E0FFE0FC}" dt="2024-04-28T11:32:23.339" v="344"/>
          <ac:spMkLst>
            <pc:docMk/>
            <pc:sldMk cId="2152915308" sldId="267"/>
            <ac:spMk id="7" creationId="{FF8CB9F1-9A2F-9466-8A98-553E40CC28B6}"/>
          </ac:spMkLst>
        </pc:spChg>
      </pc:sldChg>
      <pc:sldChg chg="addSp delSp modSp new del mod">
        <pc:chgData name="Fateme Molaei" userId="b1efcf07379a79c5" providerId="LiveId" clId="{C4E11F11-11EF-459D-A77B-AC04E0FFE0FC}" dt="2024-04-28T11:38:55.740" v="621" actId="47"/>
        <pc:sldMkLst>
          <pc:docMk/>
          <pc:sldMk cId="3488944648" sldId="267"/>
        </pc:sldMkLst>
        <pc:spChg chg="del">
          <ac:chgData name="Fateme Molaei" userId="b1efcf07379a79c5" providerId="LiveId" clId="{C4E11F11-11EF-459D-A77B-AC04E0FFE0FC}" dt="2024-04-28T11:32:35.260" v="348" actId="478"/>
          <ac:spMkLst>
            <pc:docMk/>
            <pc:sldMk cId="3488944648" sldId="267"/>
            <ac:spMk id="2" creationId="{D3FE4DC1-2FF3-3FE8-BCEE-1F6BF53DBBF1}"/>
          </ac:spMkLst>
        </pc:spChg>
        <pc:spChg chg="mod">
          <ac:chgData name="Fateme Molaei" userId="b1efcf07379a79c5" providerId="LiveId" clId="{C4E11F11-11EF-459D-A77B-AC04E0FFE0FC}" dt="2024-04-28T11:35:35.368" v="597" actId="313"/>
          <ac:spMkLst>
            <pc:docMk/>
            <pc:sldMk cId="3488944648" sldId="267"/>
            <ac:spMk id="3" creationId="{4ECEDF81-C857-A02F-95D5-FED297ADD63E}"/>
          </ac:spMkLst>
        </pc:spChg>
        <pc:spChg chg="add mod">
          <ac:chgData name="Fateme Molaei" userId="b1efcf07379a79c5" providerId="LiveId" clId="{C4E11F11-11EF-459D-A77B-AC04E0FFE0FC}" dt="2024-04-28T11:32:42.686" v="356" actId="20577"/>
          <ac:spMkLst>
            <pc:docMk/>
            <pc:sldMk cId="3488944648" sldId="267"/>
            <ac:spMk id="6" creationId="{46A31833-E0C2-4266-3200-973434D170A2}"/>
          </ac:spMkLst>
        </pc:spChg>
      </pc:sldChg>
      <pc:sldChg chg="addSp modSp add mod ord modAnim">
        <pc:chgData name="Fateme Molaei" userId="b1efcf07379a79c5" providerId="LiveId" clId="{C4E11F11-11EF-459D-A77B-AC04E0FFE0FC}" dt="2024-04-28T12:15:08.231" v="1041" actId="255"/>
        <pc:sldMkLst>
          <pc:docMk/>
          <pc:sldMk cId="964873680" sldId="268"/>
        </pc:sldMkLst>
        <pc:spChg chg="mod">
          <ac:chgData name="Fateme Molaei" userId="b1efcf07379a79c5" providerId="LiveId" clId="{C4E11F11-11EF-459D-A77B-AC04E0FFE0FC}" dt="2024-04-28T12:15:00.146" v="1040" actId="2711"/>
          <ac:spMkLst>
            <pc:docMk/>
            <pc:sldMk cId="964873680" sldId="268"/>
            <ac:spMk id="2" creationId="{9D2DEBD9-2636-FA7D-50AC-90117C4E8640}"/>
          </ac:spMkLst>
        </pc:spChg>
        <pc:spChg chg="mod">
          <ac:chgData name="Fateme Molaei" userId="b1efcf07379a79c5" providerId="LiveId" clId="{C4E11F11-11EF-459D-A77B-AC04E0FFE0FC}" dt="2024-04-28T12:15:00.146" v="1040" actId="2711"/>
          <ac:spMkLst>
            <pc:docMk/>
            <pc:sldMk cId="964873680" sldId="268"/>
            <ac:spMk id="3" creationId="{4087B3C9-3CAB-C13D-8E80-962B208549AF}"/>
          </ac:spMkLst>
        </pc:spChg>
        <pc:spChg chg="mod">
          <ac:chgData name="Fateme Molaei" userId="b1efcf07379a79c5" providerId="LiveId" clId="{C4E11F11-11EF-459D-A77B-AC04E0FFE0FC}" dt="2024-04-28T12:15:00.146" v="1040" actId="2711"/>
          <ac:spMkLst>
            <pc:docMk/>
            <pc:sldMk cId="964873680" sldId="268"/>
            <ac:spMk id="4" creationId="{3E83A9A5-8EB5-5BA4-2E4F-981DE7690C3A}"/>
          </ac:spMkLst>
        </pc:spChg>
        <pc:spChg chg="mod">
          <ac:chgData name="Fateme Molaei" userId="b1efcf07379a79c5" providerId="LiveId" clId="{C4E11F11-11EF-459D-A77B-AC04E0FFE0FC}" dt="2024-04-28T12:15:00.146" v="1040" actId="2711"/>
          <ac:spMkLst>
            <pc:docMk/>
            <pc:sldMk cId="964873680" sldId="268"/>
            <ac:spMk id="5" creationId="{7E9FF5B0-E5D2-02F4-D743-44021AC993A9}"/>
          </ac:spMkLst>
        </pc:spChg>
        <pc:spChg chg="add mod">
          <ac:chgData name="Fateme Molaei" userId="b1efcf07379a79c5" providerId="LiveId" clId="{C4E11F11-11EF-459D-A77B-AC04E0FFE0FC}" dt="2024-04-28T12:15:08.231" v="1041" actId="255"/>
          <ac:spMkLst>
            <pc:docMk/>
            <pc:sldMk cId="964873680" sldId="268"/>
            <ac:spMk id="11" creationId="{E2507DAB-7ADC-60C1-8F16-8D7F3FFBA26D}"/>
          </ac:spMkLst>
        </pc:spChg>
        <pc:spChg chg="add mod">
          <ac:chgData name="Fateme Molaei" userId="b1efcf07379a79c5" providerId="LiveId" clId="{C4E11F11-11EF-459D-A77B-AC04E0FFE0FC}" dt="2024-04-28T12:15:00.146" v="1040" actId="2711"/>
          <ac:spMkLst>
            <pc:docMk/>
            <pc:sldMk cId="964873680" sldId="268"/>
            <ac:spMk id="16" creationId="{31252B92-920F-6413-4CF7-7388123CE243}"/>
          </ac:spMkLst>
        </pc:spChg>
        <pc:picChg chg="mod">
          <ac:chgData name="Fateme Molaei" userId="b1efcf07379a79c5" providerId="LiveId" clId="{C4E11F11-11EF-459D-A77B-AC04E0FFE0FC}" dt="2024-04-28T12:15:00.146" v="1040" actId="2711"/>
          <ac:picMkLst>
            <pc:docMk/>
            <pc:sldMk cId="964873680" sldId="268"/>
            <ac:picMk id="6" creationId="{0B839217-CAB3-3465-4933-CD90E49B059E}"/>
          </ac:picMkLst>
        </pc:picChg>
        <pc:picChg chg="mod">
          <ac:chgData name="Fateme Molaei" userId="b1efcf07379a79c5" providerId="LiveId" clId="{C4E11F11-11EF-459D-A77B-AC04E0FFE0FC}" dt="2024-04-28T12:15:00.146" v="1040" actId="2711"/>
          <ac:picMkLst>
            <pc:docMk/>
            <pc:sldMk cId="964873680" sldId="268"/>
            <ac:picMk id="7" creationId="{057B8C58-55A2-4095-7FF2-55CC4D22F124}"/>
          </ac:picMkLst>
        </pc:picChg>
        <pc:picChg chg="mod">
          <ac:chgData name="Fateme Molaei" userId="b1efcf07379a79c5" providerId="LiveId" clId="{C4E11F11-11EF-459D-A77B-AC04E0FFE0FC}" dt="2024-04-28T12:15:00.146" v="1040" actId="2711"/>
          <ac:picMkLst>
            <pc:docMk/>
            <pc:sldMk cId="964873680" sldId="268"/>
            <ac:picMk id="8" creationId="{7B385354-2FC8-4067-E2AA-47196475022A}"/>
          </ac:picMkLst>
        </pc:picChg>
        <pc:picChg chg="mod">
          <ac:chgData name="Fateme Molaei" userId="b1efcf07379a79c5" providerId="LiveId" clId="{C4E11F11-11EF-459D-A77B-AC04E0FFE0FC}" dt="2024-04-28T12:15:00.146" v="1040" actId="2711"/>
          <ac:picMkLst>
            <pc:docMk/>
            <pc:sldMk cId="964873680" sldId="268"/>
            <ac:picMk id="9" creationId="{F6003240-8FE6-B51B-5C53-06D7FEA9E441}"/>
          </ac:picMkLst>
        </pc:picChg>
        <pc:picChg chg="mod">
          <ac:chgData name="Fateme Molaei" userId="b1efcf07379a79c5" providerId="LiveId" clId="{C4E11F11-11EF-459D-A77B-AC04E0FFE0FC}" dt="2024-04-28T12:15:00.146" v="1040" actId="2711"/>
          <ac:picMkLst>
            <pc:docMk/>
            <pc:sldMk cId="964873680" sldId="268"/>
            <ac:picMk id="10" creationId="{11F48E9D-47AA-9C55-D97E-648EF16C2746}"/>
          </ac:picMkLst>
        </pc:picChg>
        <pc:picChg chg="mod">
          <ac:chgData name="Fateme Molaei" userId="b1efcf07379a79c5" providerId="LiveId" clId="{C4E11F11-11EF-459D-A77B-AC04E0FFE0FC}" dt="2024-04-28T12:15:00.146" v="1040" actId="2711"/>
          <ac:picMkLst>
            <pc:docMk/>
            <pc:sldMk cId="964873680" sldId="268"/>
            <ac:picMk id="12" creationId="{DD627A3A-19B5-F3D3-9C32-39E576E5DB7A}"/>
          </ac:picMkLst>
        </pc:picChg>
        <pc:picChg chg="mod">
          <ac:chgData name="Fateme Molaei" userId="b1efcf07379a79c5" providerId="LiveId" clId="{C4E11F11-11EF-459D-A77B-AC04E0FFE0FC}" dt="2024-04-28T12:15:00.146" v="1040" actId="2711"/>
          <ac:picMkLst>
            <pc:docMk/>
            <pc:sldMk cId="964873680" sldId="268"/>
            <ac:picMk id="13" creationId="{60C4464C-F4E5-E460-48EF-12B7015F36B9}"/>
          </ac:picMkLst>
        </pc:picChg>
        <pc:picChg chg="mod">
          <ac:chgData name="Fateme Molaei" userId="b1efcf07379a79c5" providerId="LiveId" clId="{C4E11F11-11EF-459D-A77B-AC04E0FFE0FC}" dt="2024-04-28T12:15:00.146" v="1040" actId="2711"/>
          <ac:picMkLst>
            <pc:docMk/>
            <pc:sldMk cId="964873680" sldId="268"/>
            <ac:picMk id="14" creationId="{759D8C3D-4BDF-7090-0AD1-7A88B236594D}"/>
          </ac:picMkLst>
        </pc:picChg>
        <pc:picChg chg="mod">
          <ac:chgData name="Fateme Molaei" userId="b1efcf07379a79c5" providerId="LiveId" clId="{C4E11F11-11EF-459D-A77B-AC04E0FFE0FC}" dt="2024-04-28T12:15:00.146" v="1040" actId="2711"/>
          <ac:picMkLst>
            <pc:docMk/>
            <pc:sldMk cId="964873680" sldId="268"/>
            <ac:picMk id="15" creationId="{A76B72DD-C60D-8967-2A3E-061EF1789876}"/>
          </ac:picMkLst>
        </pc:picChg>
        <pc:picChg chg="mod">
          <ac:chgData name="Fateme Molaei" userId="b1efcf07379a79c5" providerId="LiveId" clId="{C4E11F11-11EF-459D-A77B-AC04E0FFE0FC}" dt="2024-04-28T12:15:00.146" v="1040" actId="2711"/>
          <ac:picMkLst>
            <pc:docMk/>
            <pc:sldMk cId="964873680" sldId="268"/>
            <ac:picMk id="3078" creationId="{A1EFB433-AB74-C06B-F283-856BF37B19A7}"/>
          </ac:picMkLst>
        </pc:picChg>
      </pc:sldChg>
      <pc:sldChg chg="addSp modSp new mod">
        <pc:chgData name="Fateme Molaei" userId="b1efcf07379a79c5" providerId="LiveId" clId="{C4E11F11-11EF-459D-A77B-AC04E0FFE0FC}" dt="2024-04-28T13:59:02.129" v="1050" actId="207"/>
        <pc:sldMkLst>
          <pc:docMk/>
          <pc:sldMk cId="4047482821" sldId="269"/>
        </pc:sldMkLst>
        <pc:spChg chg="mod">
          <ac:chgData name="Fateme Molaei" userId="b1efcf07379a79c5" providerId="LiveId" clId="{C4E11F11-11EF-459D-A77B-AC04E0FFE0FC}" dt="2024-04-28T13:58:32.585" v="1046" actId="2711"/>
          <ac:spMkLst>
            <pc:docMk/>
            <pc:sldMk cId="4047482821" sldId="269"/>
            <ac:spMk id="2" creationId="{FE970DCE-4F48-EDF1-1775-E227CB823EEF}"/>
          </ac:spMkLst>
        </pc:spChg>
        <pc:spChg chg="mod">
          <ac:chgData name="Fateme Molaei" userId="b1efcf07379a79c5" providerId="LiveId" clId="{C4E11F11-11EF-459D-A77B-AC04E0FFE0FC}" dt="2024-04-28T13:59:02.129" v="1050" actId="207"/>
          <ac:spMkLst>
            <pc:docMk/>
            <pc:sldMk cId="4047482821" sldId="269"/>
            <ac:spMk id="3" creationId="{18D78126-249F-66E5-74EC-6BF3FCA0BDA8}"/>
          </ac:spMkLst>
        </pc:spChg>
        <pc:picChg chg="add mod">
          <ac:chgData name="Fateme Molaei" userId="b1efcf07379a79c5" providerId="LiveId" clId="{C4E11F11-11EF-459D-A77B-AC04E0FFE0FC}" dt="2024-04-28T12:06:13.471" v="1011"/>
          <ac:picMkLst>
            <pc:docMk/>
            <pc:sldMk cId="4047482821" sldId="269"/>
            <ac:picMk id="6" creationId="{5FA56829-0CFC-9F86-8440-92D2091CC5C9}"/>
          </ac:picMkLst>
        </pc:picChg>
      </pc:sldChg>
      <pc:sldChg chg="addSp delSp modSp new mod">
        <pc:chgData name="Fateme Molaei" userId="b1efcf07379a79c5" providerId="LiveId" clId="{C4E11F11-11EF-459D-A77B-AC04E0FFE0FC}" dt="2024-04-28T13:59:38.475" v="1052" actId="2710"/>
        <pc:sldMkLst>
          <pc:docMk/>
          <pc:sldMk cId="974734927" sldId="270"/>
        </pc:sldMkLst>
        <pc:spChg chg="mod">
          <ac:chgData name="Fateme Molaei" userId="b1efcf07379a79c5" providerId="LiveId" clId="{C4E11F11-11EF-459D-A77B-AC04E0FFE0FC}" dt="2024-04-28T13:59:28.869" v="1051" actId="2711"/>
          <ac:spMkLst>
            <pc:docMk/>
            <pc:sldMk cId="974734927" sldId="270"/>
            <ac:spMk id="2" creationId="{1EFB67B8-E6A0-51FC-BA01-3676455F2BFD}"/>
          </ac:spMkLst>
        </pc:spChg>
        <pc:spChg chg="del">
          <ac:chgData name="Fateme Molaei" userId="b1efcf07379a79c5" providerId="LiveId" clId="{C4E11F11-11EF-459D-A77B-AC04E0FFE0FC}" dt="2024-04-28T11:52:17.600" v="858"/>
          <ac:spMkLst>
            <pc:docMk/>
            <pc:sldMk cId="974734927" sldId="270"/>
            <ac:spMk id="3" creationId="{DAE24EFC-DFA9-9434-C7BB-05290D0CEBD0}"/>
          </ac:spMkLst>
        </pc:spChg>
        <pc:spChg chg="mod">
          <ac:chgData name="Fateme Molaei" userId="b1efcf07379a79c5" providerId="LiveId" clId="{C4E11F11-11EF-459D-A77B-AC04E0FFE0FC}" dt="2024-04-28T13:59:28.869" v="1051" actId="2711"/>
          <ac:spMkLst>
            <pc:docMk/>
            <pc:sldMk cId="974734927" sldId="270"/>
            <ac:spMk id="4" creationId="{02B1682A-6BEA-ED63-3B86-C342A270EE0C}"/>
          </ac:spMkLst>
        </pc:spChg>
        <pc:spChg chg="mod">
          <ac:chgData name="Fateme Molaei" userId="b1efcf07379a79c5" providerId="LiveId" clId="{C4E11F11-11EF-459D-A77B-AC04E0FFE0FC}" dt="2024-04-28T13:59:28.869" v="1051" actId="2711"/>
          <ac:spMkLst>
            <pc:docMk/>
            <pc:sldMk cId="974734927" sldId="270"/>
            <ac:spMk id="5" creationId="{7E1EA922-33F1-0F3A-8D79-816A1E1F871A}"/>
          </ac:spMkLst>
        </pc:spChg>
        <pc:spChg chg="add del mod">
          <ac:chgData name="Fateme Molaei" userId="b1efcf07379a79c5" providerId="LiveId" clId="{C4E11F11-11EF-459D-A77B-AC04E0FFE0FC}" dt="2024-04-28T11:53:57.387" v="862"/>
          <ac:spMkLst>
            <pc:docMk/>
            <pc:sldMk cId="974734927" sldId="270"/>
            <ac:spMk id="6" creationId="{31367A7B-E1C0-ED81-79B6-CBED478F24B7}"/>
          </ac:spMkLst>
        </pc:spChg>
        <pc:spChg chg="add mod">
          <ac:chgData name="Fateme Molaei" userId="b1efcf07379a79c5" providerId="LiveId" clId="{C4E11F11-11EF-459D-A77B-AC04E0FFE0FC}" dt="2024-04-28T13:59:38.475" v="1052" actId="2710"/>
          <ac:spMkLst>
            <pc:docMk/>
            <pc:sldMk cId="974734927" sldId="270"/>
            <ac:spMk id="10" creationId="{E8D6B7D8-A214-2E14-DA78-A8E5E879ED0C}"/>
          </ac:spMkLst>
        </pc:spChg>
        <pc:spChg chg="add mod">
          <ac:chgData name="Fateme Molaei" userId="b1efcf07379a79c5" providerId="LiveId" clId="{C4E11F11-11EF-459D-A77B-AC04E0FFE0FC}" dt="2024-04-28T13:59:28.869" v="1051" actId="2711"/>
          <ac:spMkLst>
            <pc:docMk/>
            <pc:sldMk cId="974734927" sldId="270"/>
            <ac:spMk id="12" creationId="{E7949686-41C3-4210-5597-35826239E799}"/>
          </ac:spMkLst>
        </pc:spChg>
        <pc:picChg chg="add mod">
          <ac:chgData name="Fateme Molaei" userId="b1efcf07379a79c5" providerId="LiveId" clId="{C4E11F11-11EF-459D-A77B-AC04E0FFE0FC}" dt="2024-04-28T13:59:28.869" v="1051" actId="2711"/>
          <ac:picMkLst>
            <pc:docMk/>
            <pc:sldMk cId="974734927" sldId="270"/>
            <ac:picMk id="8" creationId="{7C4DD536-0A83-DF2D-3913-EEA51F4DCD59}"/>
          </ac:picMkLst>
        </pc:picChg>
        <pc:picChg chg="add mod">
          <ac:chgData name="Fateme Molaei" userId="b1efcf07379a79c5" providerId="LiveId" clId="{C4E11F11-11EF-459D-A77B-AC04E0FFE0FC}" dt="2024-04-28T13:59:28.869" v="1051" actId="2711"/>
          <ac:picMkLst>
            <pc:docMk/>
            <pc:sldMk cId="974734927" sldId="270"/>
            <ac:picMk id="13" creationId="{3339512A-0170-2D15-1DFB-94668007D1EA}"/>
          </ac:picMkLst>
        </pc:picChg>
        <pc:picChg chg="add del mod">
          <ac:chgData name="Fateme Molaei" userId="b1efcf07379a79c5" providerId="LiveId" clId="{C4E11F11-11EF-459D-A77B-AC04E0FFE0FC}" dt="2024-04-28T11:52:23.908" v="861" actId="478"/>
          <ac:picMkLst>
            <pc:docMk/>
            <pc:sldMk cId="974734927" sldId="270"/>
            <ac:picMk id="2050" creationId="{B72DF479-AA5B-5DCA-391D-5DA329565B06}"/>
          </ac:picMkLst>
        </pc:picChg>
      </pc:sldChg>
      <pc:sldChg chg="addSp delSp modSp add mod addAnim delAnim modAnim">
        <pc:chgData name="Fateme Molaei" userId="b1efcf07379a79c5" providerId="LiveId" clId="{C4E11F11-11EF-459D-A77B-AC04E0FFE0FC}" dt="2024-04-28T12:15:32.645" v="1044" actId="1076"/>
        <pc:sldMkLst>
          <pc:docMk/>
          <pc:sldMk cId="3727273294" sldId="271"/>
        </pc:sldMkLst>
        <pc:spChg chg="mod">
          <ac:chgData name="Fateme Molaei" userId="b1efcf07379a79c5" providerId="LiveId" clId="{C4E11F11-11EF-459D-A77B-AC04E0FFE0FC}" dt="2024-04-28T12:15:14.195" v="1042" actId="2711"/>
          <ac:spMkLst>
            <pc:docMk/>
            <pc:sldMk cId="3727273294" sldId="271"/>
            <ac:spMk id="2" creationId="{1EFB67B8-E6A0-51FC-BA01-3676455F2BFD}"/>
          </ac:spMkLst>
        </pc:spChg>
        <pc:spChg chg="mod">
          <ac:chgData name="Fateme Molaei" userId="b1efcf07379a79c5" providerId="LiveId" clId="{C4E11F11-11EF-459D-A77B-AC04E0FFE0FC}" dt="2024-04-28T12:15:14.195" v="1042" actId="2711"/>
          <ac:spMkLst>
            <pc:docMk/>
            <pc:sldMk cId="3727273294" sldId="271"/>
            <ac:spMk id="4" creationId="{02B1682A-6BEA-ED63-3B86-C342A270EE0C}"/>
          </ac:spMkLst>
        </pc:spChg>
        <pc:spChg chg="mod">
          <ac:chgData name="Fateme Molaei" userId="b1efcf07379a79c5" providerId="LiveId" clId="{C4E11F11-11EF-459D-A77B-AC04E0FFE0FC}" dt="2024-04-28T12:15:14.195" v="1042" actId="2711"/>
          <ac:spMkLst>
            <pc:docMk/>
            <pc:sldMk cId="3727273294" sldId="271"/>
            <ac:spMk id="5" creationId="{7E1EA922-33F1-0F3A-8D79-816A1E1F871A}"/>
          </ac:spMkLst>
        </pc:spChg>
        <pc:spChg chg="add mod">
          <ac:chgData name="Fateme Molaei" userId="b1efcf07379a79c5" providerId="LiveId" clId="{C4E11F11-11EF-459D-A77B-AC04E0FFE0FC}" dt="2024-04-28T12:15:32.645" v="1044" actId="1076"/>
          <ac:spMkLst>
            <pc:docMk/>
            <pc:sldMk cId="3727273294" sldId="271"/>
            <ac:spMk id="6" creationId="{DBB3C4D4-39AC-74C1-3246-4B55275C2C61}"/>
          </ac:spMkLst>
        </pc:spChg>
        <pc:spChg chg="add del">
          <ac:chgData name="Fateme Molaei" userId="b1efcf07379a79c5" providerId="LiveId" clId="{C4E11F11-11EF-459D-A77B-AC04E0FFE0FC}" dt="2024-04-28T11:57:49.856" v="897"/>
          <ac:spMkLst>
            <pc:docMk/>
            <pc:sldMk cId="3727273294" sldId="271"/>
            <ac:spMk id="7" creationId="{8D9DC06F-DBED-FA5C-B0AD-918B0A81C3FB}"/>
          </ac:spMkLst>
        </pc:spChg>
        <pc:spChg chg="del mod">
          <ac:chgData name="Fateme Molaei" userId="b1efcf07379a79c5" providerId="LiveId" clId="{C4E11F11-11EF-459D-A77B-AC04E0FFE0FC}" dt="2024-04-28T11:57:55.390" v="899"/>
          <ac:spMkLst>
            <pc:docMk/>
            <pc:sldMk cId="3727273294" sldId="271"/>
            <ac:spMk id="10" creationId="{E8D6B7D8-A214-2E14-DA78-A8E5E879ED0C}"/>
          </ac:spMkLst>
        </pc:spChg>
        <pc:spChg chg="mod">
          <ac:chgData name="Fateme Molaei" userId="b1efcf07379a79c5" providerId="LiveId" clId="{C4E11F11-11EF-459D-A77B-AC04E0FFE0FC}" dt="2024-04-28T12:15:14.195" v="1042" actId="2711"/>
          <ac:spMkLst>
            <pc:docMk/>
            <pc:sldMk cId="3727273294" sldId="271"/>
            <ac:spMk id="12" creationId="{E7949686-41C3-4210-5597-35826239E799}"/>
          </ac:spMkLst>
        </pc:spChg>
        <pc:picChg chg="del">
          <ac:chgData name="Fateme Molaei" userId="b1efcf07379a79c5" providerId="LiveId" clId="{C4E11F11-11EF-459D-A77B-AC04E0FFE0FC}" dt="2024-04-28T11:57:36.775" v="894" actId="478"/>
          <ac:picMkLst>
            <pc:docMk/>
            <pc:sldMk cId="3727273294" sldId="271"/>
            <ac:picMk id="8" creationId="{7C4DD536-0A83-DF2D-3913-EEA51F4DCD59}"/>
          </ac:picMkLst>
        </pc:picChg>
        <pc:picChg chg="add del mod">
          <ac:chgData name="Fateme Molaei" userId="b1efcf07379a79c5" providerId="LiveId" clId="{C4E11F11-11EF-459D-A77B-AC04E0FFE0FC}" dt="2024-04-28T12:03:40.893" v="966"/>
          <ac:picMkLst>
            <pc:docMk/>
            <pc:sldMk cId="3727273294" sldId="271"/>
            <ac:picMk id="9" creationId="{1FA88426-502E-6B93-48E1-39AA7382BC26}"/>
          </ac:picMkLst>
        </pc:picChg>
        <pc:picChg chg="add mod">
          <ac:chgData name="Fateme Molaei" userId="b1efcf07379a79c5" providerId="LiveId" clId="{C4E11F11-11EF-459D-A77B-AC04E0FFE0FC}" dt="2024-04-28T12:15:14.195" v="1042" actId="2711"/>
          <ac:picMkLst>
            <pc:docMk/>
            <pc:sldMk cId="3727273294" sldId="271"/>
            <ac:picMk id="11" creationId="{12D754F6-BA1A-C635-3CF1-DEADEE42980B}"/>
          </ac:picMkLst>
        </pc:picChg>
        <pc:picChg chg="add mod">
          <ac:chgData name="Fateme Molaei" userId="b1efcf07379a79c5" providerId="LiveId" clId="{C4E11F11-11EF-459D-A77B-AC04E0FFE0FC}" dt="2024-04-28T12:15:14.195" v="1042" actId="2711"/>
          <ac:picMkLst>
            <pc:docMk/>
            <pc:sldMk cId="3727273294" sldId="271"/>
            <ac:picMk id="3075" creationId="{27BC99BE-7804-C4AB-2E93-A07DA52C1399}"/>
          </ac:picMkLst>
        </pc:picChg>
      </pc:sldChg>
      <pc:sldChg chg="addSp delSp modSp new mod">
        <pc:chgData name="Fateme Molaei" userId="b1efcf07379a79c5" providerId="LiveId" clId="{C4E11F11-11EF-459D-A77B-AC04E0FFE0FC}" dt="2024-04-28T12:06:50.622" v="1017" actId="1076"/>
        <pc:sldMkLst>
          <pc:docMk/>
          <pc:sldMk cId="2223505841" sldId="272"/>
        </pc:sldMkLst>
        <pc:spChg chg="del">
          <ac:chgData name="Fateme Molaei" userId="b1efcf07379a79c5" providerId="LiveId" clId="{C4E11F11-11EF-459D-A77B-AC04E0FFE0FC}" dt="2024-04-28T12:04:33.386" v="998" actId="478"/>
          <ac:spMkLst>
            <pc:docMk/>
            <pc:sldMk cId="2223505841" sldId="272"/>
            <ac:spMk id="2" creationId="{1B1C22C2-6C51-A1E1-F1BA-6F6A3F48ABBB}"/>
          </ac:spMkLst>
        </pc:spChg>
        <pc:spChg chg="mod">
          <ac:chgData name="Fateme Molaei" userId="b1efcf07379a79c5" providerId="LiveId" clId="{C4E11F11-11EF-459D-A77B-AC04E0FFE0FC}" dt="2024-04-28T12:04:26.341" v="997" actId="255"/>
          <ac:spMkLst>
            <pc:docMk/>
            <pc:sldMk cId="2223505841" sldId="272"/>
            <ac:spMk id="3" creationId="{B55BE907-023B-0AC3-312C-A196FAC735F6}"/>
          </ac:spMkLst>
        </pc:spChg>
        <pc:picChg chg="add mod">
          <ac:chgData name="Fateme Molaei" userId="b1efcf07379a79c5" providerId="LiveId" clId="{C4E11F11-11EF-459D-A77B-AC04E0FFE0FC}" dt="2024-04-28T12:06:50.622" v="1017" actId="1076"/>
          <ac:picMkLst>
            <pc:docMk/>
            <pc:sldMk cId="2223505841" sldId="272"/>
            <ac:picMk id="6146" creationId="{C7EADCBB-305F-F346-70DB-359937F7FF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3A62AD-CE36-48D4-9D0A-77E2F5CB1DA0}" type="datetimeFigureOut">
              <a:rPr lang="en-US" smtClean="0"/>
              <a:t>4/30/2024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AA6B9-3B4E-4DE9-A30D-253E94C45D96}" type="slidenum">
              <a:rPr lang="en-US" smtClean="0"/>
              <a:t>‹#›</a:t>
            </a:fld>
            <a:endParaRPr lang="en-US"/>
          </a:p>
        </p:txBody>
      </p:sp>
    </p:spTree>
    <p:extLst>
      <p:ext uri="{BB962C8B-B14F-4D97-AF65-F5344CB8AC3E}">
        <p14:creationId xmlns:p14="http://schemas.microsoft.com/office/powerpoint/2010/main" val="13442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6C5EC93E-0082-41DE-843C-ED557A18DA82}" type="datetime1">
              <a:rPr lang="en-US" smtClean="0"/>
              <a:t>4/30/2024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F.Molaei Jahromi</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286895-7C3A-4BC2-8C95-7217F5F9FF96}" type="datetime1">
              <a:rPr lang="en-US" smtClean="0"/>
              <a:t>4/30/2024</a:t>
            </a:fld>
            <a:endParaRPr lang="en-US" dirty="0"/>
          </a:p>
        </p:txBody>
      </p:sp>
      <p:sp>
        <p:nvSpPr>
          <p:cNvPr id="5" name="Footer Placeholder 4"/>
          <p:cNvSpPr>
            <a:spLocks noGrp="1"/>
          </p:cNvSpPr>
          <p:nvPr>
            <p:ph type="ftr" sz="quarter" idx="11"/>
          </p:nvPr>
        </p:nvSpPr>
        <p:spPr/>
        <p:txBody>
          <a:bodyPr/>
          <a:lstStyle/>
          <a:p>
            <a:r>
              <a:rPr lang="en-US"/>
              <a:t>F.Molaei Jahromi</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1C15A95-ED91-48C5-A339-75318F12702B}" type="datetime1">
              <a:rPr lang="en-US" smtClean="0"/>
              <a:t>4/30/2024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F.Molaei Jahromi</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BECA7-ACED-4CAA-8898-D57F8E553649}" type="datetime1">
              <a:rPr lang="en-US" smtClean="0"/>
              <a:t>4/30/2024</a:t>
            </a:fld>
            <a:endParaRPr lang="en-US" dirty="0"/>
          </a:p>
        </p:txBody>
      </p:sp>
      <p:sp>
        <p:nvSpPr>
          <p:cNvPr id="6" name="Footer Placeholder 5"/>
          <p:cNvSpPr>
            <a:spLocks noGrp="1"/>
          </p:cNvSpPr>
          <p:nvPr>
            <p:ph type="ftr" sz="quarter" idx="11"/>
          </p:nvPr>
        </p:nvSpPr>
        <p:spPr/>
        <p:txBody>
          <a:bodyPr/>
          <a:lstStyle/>
          <a:p>
            <a:r>
              <a:rPr lang="en-US"/>
              <a:t>F.Molaei Jahromi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3038DB-6995-4434-9322-728AF432CC08}" type="datetime1">
              <a:rPr lang="en-US" smtClean="0"/>
              <a:t>4/30/2024</a:t>
            </a:fld>
            <a:endParaRPr lang="en-US" dirty="0"/>
          </a:p>
        </p:txBody>
      </p:sp>
      <p:sp>
        <p:nvSpPr>
          <p:cNvPr id="8" name="Footer Placeholder 7"/>
          <p:cNvSpPr>
            <a:spLocks noGrp="1"/>
          </p:cNvSpPr>
          <p:nvPr>
            <p:ph type="ftr" sz="quarter" idx="11"/>
          </p:nvPr>
        </p:nvSpPr>
        <p:spPr/>
        <p:txBody>
          <a:bodyPr/>
          <a:lstStyle/>
          <a:p>
            <a:r>
              <a:rPr lang="en-US"/>
              <a:t>F.Molaei Jahromi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DDAE1AC-861A-4C9D-A278-BA3F2D17BA56}" type="datetime1">
              <a:rPr lang="en-US" smtClean="0"/>
              <a:t>4/30/2024</a:t>
            </a:fld>
            <a:endParaRPr lang="en-US" dirty="0"/>
          </a:p>
        </p:txBody>
      </p:sp>
      <p:sp>
        <p:nvSpPr>
          <p:cNvPr id="4" name="Footer Placeholder 3"/>
          <p:cNvSpPr>
            <a:spLocks noGrp="1"/>
          </p:cNvSpPr>
          <p:nvPr>
            <p:ph type="ftr" sz="quarter" idx="11"/>
          </p:nvPr>
        </p:nvSpPr>
        <p:spPr/>
        <p:txBody>
          <a:bodyPr/>
          <a:lstStyle/>
          <a:p>
            <a:r>
              <a:rPr lang="en-US"/>
              <a:t>F.Molaei Jahromi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7D456F-4A54-453D-9E3F-0CBB87D30FCB}" type="datetime1">
              <a:rPr lang="en-US" smtClean="0"/>
              <a:t>4/30/2024</a:t>
            </a:fld>
            <a:endParaRPr lang="en-US" dirty="0"/>
          </a:p>
        </p:txBody>
      </p:sp>
      <p:sp>
        <p:nvSpPr>
          <p:cNvPr id="3" name="Footer Placeholder 2"/>
          <p:cNvSpPr>
            <a:spLocks noGrp="1"/>
          </p:cNvSpPr>
          <p:nvPr>
            <p:ph type="ftr" sz="quarter" idx="11"/>
          </p:nvPr>
        </p:nvSpPr>
        <p:spPr/>
        <p:txBody>
          <a:bodyPr/>
          <a:lstStyle/>
          <a:p>
            <a:r>
              <a:rPr lang="en-US"/>
              <a:t>F.Molaei Jahromi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A5F96C4-4455-4EC5-BC56-347DAB95DC66}" type="datetime1">
              <a:rPr lang="en-US" smtClean="0"/>
              <a:t>4/30/2024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F.Molaei Jahromi</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197351-D018-46F8-A531-708FDAB7C3C9}" type="datetime1">
              <a:rPr lang="en-US" smtClean="0"/>
              <a:t>4/30/2024</a:t>
            </a:fld>
            <a:endParaRPr lang="en-US" dirty="0"/>
          </a:p>
        </p:txBody>
      </p:sp>
      <p:sp>
        <p:nvSpPr>
          <p:cNvPr id="6" name="Footer Placeholder 5"/>
          <p:cNvSpPr>
            <a:spLocks noGrp="1"/>
          </p:cNvSpPr>
          <p:nvPr>
            <p:ph type="ftr" sz="quarter" idx="11"/>
          </p:nvPr>
        </p:nvSpPr>
        <p:spPr/>
        <p:txBody>
          <a:bodyPr/>
          <a:lstStyle/>
          <a:p>
            <a:r>
              <a:rPr lang="en-US"/>
              <a:t>F.Molaei Jahromi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A40F29-3299-4119-9667-6F18794E3809}" type="datetime1">
              <a:rPr lang="en-US" smtClean="0"/>
              <a:t>4/30/2024</a:t>
            </a:fld>
            <a:endParaRPr lang="en-US" dirty="0"/>
          </a:p>
        </p:txBody>
      </p:sp>
      <p:sp>
        <p:nvSpPr>
          <p:cNvPr id="5" name="Footer Placeholder 4"/>
          <p:cNvSpPr>
            <a:spLocks noGrp="1"/>
          </p:cNvSpPr>
          <p:nvPr>
            <p:ph type="ftr" sz="quarter" idx="11"/>
          </p:nvPr>
        </p:nvSpPr>
        <p:spPr/>
        <p:txBody>
          <a:bodyPr/>
          <a:lstStyle/>
          <a:p>
            <a:r>
              <a:rPr lang="en-US"/>
              <a:t>F.Molaei Jahromi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218726-C561-4585-A7CD-3CBF91DF4761}" type="datetime1">
              <a:rPr lang="en-US" smtClean="0"/>
              <a:t>4/30/2024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F.Molaei Jahromi</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A51C965-3119-4395-8454-06CE5564DED1}" type="datetime1">
              <a:rPr lang="en-US" smtClean="0"/>
              <a:t>4/30/2024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F.Molaei Jahromi</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2417-76A5-0BD0-2760-5502A25D9BAF}"/>
              </a:ext>
            </a:extLst>
          </p:cNvPr>
          <p:cNvSpPr>
            <a:spLocks noGrp="1"/>
          </p:cNvSpPr>
          <p:nvPr>
            <p:ph type="ctrTitle"/>
          </p:nvPr>
        </p:nvSpPr>
        <p:spPr/>
        <p:txBody>
          <a:bodyPr/>
          <a:lstStyle/>
          <a:p>
            <a:pPr algn="ctr"/>
            <a:r>
              <a:rPr lang="fa-IR" b="1" dirty="0">
                <a:effectLst>
                  <a:glow rad="63500">
                    <a:schemeClr val="accent3">
                      <a:satMod val="175000"/>
                      <a:alpha val="40000"/>
                    </a:schemeClr>
                  </a:glow>
                  <a:outerShdw blurRad="38100" dist="38100" dir="2700000" algn="tl">
                    <a:srgbClr val="000000">
                      <a:alpha val="43137"/>
                    </a:srgbClr>
                  </a:outerShdw>
                </a:effectLst>
                <a:latin typeface="Times New Roman" panose="02020603050405020304" pitchFamily="18" charset="0"/>
                <a:cs typeface="B Morvarid" panose="00000400000000000000" pitchFamily="2" charset="-78"/>
              </a:rPr>
              <a:t>الگوریتم کلونی زنبور مصنوعی</a:t>
            </a:r>
            <a:endParaRPr lang="en-US" b="1" dirty="0">
              <a:effectLst>
                <a:glow rad="63500">
                  <a:schemeClr val="accent3">
                    <a:satMod val="175000"/>
                    <a:alpha val="40000"/>
                  </a:schemeClr>
                </a:glow>
                <a:outerShdw blurRad="38100" dist="38100" dir="2700000" algn="tl">
                  <a:srgbClr val="000000">
                    <a:alpha val="43137"/>
                  </a:srgbClr>
                </a:outerShdw>
              </a:effectLst>
              <a:latin typeface="Times New Roman" panose="02020603050405020304" pitchFamily="18" charset="0"/>
              <a:cs typeface="B Morvarid" panose="00000400000000000000" pitchFamily="2" charset="-78"/>
            </a:endParaRPr>
          </a:p>
        </p:txBody>
      </p:sp>
      <p:sp>
        <p:nvSpPr>
          <p:cNvPr id="3" name="Subtitle 2">
            <a:extLst>
              <a:ext uri="{FF2B5EF4-FFF2-40B4-BE49-F238E27FC236}">
                <a16:creationId xmlns:a16="http://schemas.microsoft.com/office/drawing/2014/main" id="{E6C93830-908D-982E-E097-97EC7CDB17EB}"/>
              </a:ext>
            </a:extLst>
          </p:cNvPr>
          <p:cNvSpPr>
            <a:spLocks noGrp="1"/>
          </p:cNvSpPr>
          <p:nvPr>
            <p:ph type="subTitle" idx="1"/>
          </p:nvPr>
        </p:nvSpPr>
        <p:spPr>
          <a:xfrm>
            <a:off x="469225" y="4067396"/>
            <a:ext cx="10993546" cy="590321"/>
          </a:xfrm>
        </p:spPr>
        <p:txBody>
          <a:bodyPr>
            <a:normAutofit/>
          </a:bodyPr>
          <a:lstStyle/>
          <a:p>
            <a:pPr algn="ctr"/>
            <a:r>
              <a:rPr lang="fa-IR" sz="2000" dirty="0">
                <a:solidFill>
                  <a:schemeClr val="accent4">
                    <a:lumMod val="40000"/>
                    <a:lumOff val="60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rPr>
              <a:t>فاطمه مولائی جهرمی</a:t>
            </a:r>
            <a:endParaRPr lang="en-US" sz="2000" dirty="0">
              <a:solidFill>
                <a:schemeClr val="accent4">
                  <a:lumMod val="40000"/>
                  <a:lumOff val="60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endParaRPr>
          </a:p>
        </p:txBody>
      </p:sp>
      <p:sp>
        <p:nvSpPr>
          <p:cNvPr id="4" name="Subtitle 2">
            <a:extLst>
              <a:ext uri="{FF2B5EF4-FFF2-40B4-BE49-F238E27FC236}">
                <a16:creationId xmlns:a16="http://schemas.microsoft.com/office/drawing/2014/main" id="{B25A394E-23BA-E1D3-056C-311EC1BBD556}"/>
              </a:ext>
            </a:extLst>
          </p:cNvPr>
          <p:cNvSpPr txBox="1">
            <a:spLocks/>
          </p:cNvSpPr>
          <p:nvPr/>
        </p:nvSpPr>
        <p:spPr>
          <a:xfrm>
            <a:off x="4866333" y="5450349"/>
            <a:ext cx="2199331" cy="38722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a-IR" sz="1800" dirty="0">
                <a:solidFill>
                  <a:schemeClr val="accent4">
                    <a:lumMod val="40000"/>
                    <a:lumOff val="60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rPr>
              <a:t>بهار 1403</a:t>
            </a:r>
            <a:endParaRPr lang="en-US" sz="1800" dirty="0">
              <a:solidFill>
                <a:schemeClr val="accent4">
                  <a:lumMod val="40000"/>
                  <a:lumOff val="60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endParaRPr>
          </a:p>
        </p:txBody>
      </p:sp>
      <p:sp>
        <p:nvSpPr>
          <p:cNvPr id="6" name="Subtitle 2">
            <a:extLst>
              <a:ext uri="{FF2B5EF4-FFF2-40B4-BE49-F238E27FC236}">
                <a16:creationId xmlns:a16="http://schemas.microsoft.com/office/drawing/2014/main" id="{2A71270C-8510-F2A2-7931-AFCB1AD46B9C}"/>
              </a:ext>
            </a:extLst>
          </p:cNvPr>
          <p:cNvSpPr txBox="1">
            <a:spLocks/>
          </p:cNvSpPr>
          <p:nvPr/>
        </p:nvSpPr>
        <p:spPr>
          <a:xfrm>
            <a:off x="599227" y="1020431"/>
            <a:ext cx="10993546" cy="59032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a-IR" sz="2000" b="1"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rPr>
              <a:t>بنام خدا</a:t>
            </a:r>
            <a:endParaRPr lang="en-US" sz="2000" b="1"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B Morvarid" panose="00000400000000000000" pitchFamily="2" charset="-78"/>
            </a:endParaRPr>
          </a:p>
        </p:txBody>
      </p:sp>
      <p:pic>
        <p:nvPicPr>
          <p:cNvPr id="1030" name="Picture 6" descr="Baby bee icon. 20953159 PNG">
            <a:extLst>
              <a:ext uri="{FF2B5EF4-FFF2-40B4-BE49-F238E27FC236}">
                <a16:creationId xmlns:a16="http://schemas.microsoft.com/office/drawing/2014/main" id="{6B163085-9BCF-E25C-69C2-69237F3A6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911" y="1630551"/>
            <a:ext cx="2436845" cy="24368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Baby bee icon. 20953159 PNG">
            <a:extLst>
              <a:ext uri="{FF2B5EF4-FFF2-40B4-BE49-F238E27FC236}">
                <a16:creationId xmlns:a16="http://schemas.microsoft.com/office/drawing/2014/main" id="{D2D27FE7-DE50-E91E-EE57-7E22B0F59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96" y="4498160"/>
            <a:ext cx="2436845" cy="2436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9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E6461-3FDB-0A95-6506-C5D52729BDEE}"/>
              </a:ext>
            </a:extLst>
          </p:cNvPr>
          <p:cNvSpPr>
            <a:spLocks noGrp="1"/>
          </p:cNvSpPr>
          <p:nvPr>
            <p:ph type="title"/>
          </p:nvPr>
        </p:nvSpPr>
        <p:spPr/>
        <p:txBody>
          <a:bodyPr anchor="ctr"/>
          <a:lstStyle/>
          <a:p>
            <a:pPr algn="r"/>
            <a:r>
              <a:rPr lang="fa-IR" dirty="0">
                <a:cs typeface="B Morvarid" panose="00000400000000000000" pitchFamily="2" charset="-78"/>
              </a:rPr>
              <a:t>داستان زنبورها</a:t>
            </a:r>
            <a:endParaRPr lang="en-US" dirty="0">
              <a:cs typeface="B Morvarid" panose="00000400000000000000" pitchFamily="2" charset="-78"/>
            </a:endParaRPr>
          </a:p>
        </p:txBody>
      </p:sp>
      <p:sp>
        <p:nvSpPr>
          <p:cNvPr id="3" name="Content Placeholder 2">
            <a:extLst>
              <a:ext uri="{FF2B5EF4-FFF2-40B4-BE49-F238E27FC236}">
                <a16:creationId xmlns:a16="http://schemas.microsoft.com/office/drawing/2014/main" id="{8A6F9620-B60E-58B8-2F56-BB3573B08B6B}"/>
              </a:ext>
            </a:extLst>
          </p:cNvPr>
          <p:cNvSpPr>
            <a:spLocks noGrp="1"/>
          </p:cNvSpPr>
          <p:nvPr>
            <p:ph idx="1"/>
          </p:nvPr>
        </p:nvSpPr>
        <p:spPr/>
        <p:txBody>
          <a:bodyPr anchor="t">
            <a:normAutofit fontScale="92500" lnSpcReduction="10000"/>
          </a:bodyPr>
          <a:lstStyle/>
          <a:p>
            <a:pPr algn="r" rtl="1"/>
            <a:r>
              <a:rPr lang="fa-IR" sz="1600" b="1" dirty="0">
                <a:cs typeface="B Morvarid" panose="00000400000000000000" pitchFamily="2" charset="-78"/>
              </a:rPr>
              <a:t>شکل گیری بر اساس رفتار خوراک جویی زنبورها</a:t>
            </a:r>
          </a:p>
          <a:p>
            <a:pPr algn="r" rtl="1"/>
            <a:r>
              <a:rPr lang="fa-IR" sz="1600" b="1" dirty="0">
                <a:solidFill>
                  <a:schemeClr val="accent3">
                    <a:lumMod val="75000"/>
                  </a:schemeClr>
                </a:solidFill>
                <a:cs typeface="B Morvarid" panose="00000400000000000000" pitchFamily="2" charset="-78"/>
              </a:rPr>
              <a:t>گام اول : </a:t>
            </a:r>
          </a:p>
          <a:p>
            <a:pPr marL="324000" lvl="1" indent="0" algn="r" rtl="1">
              <a:buNone/>
            </a:pPr>
            <a:r>
              <a:rPr lang="fa-IR" sz="1400" b="1" dirty="0">
                <a:cs typeface="B Morvarid" panose="00000400000000000000" pitchFamily="2" charset="-78"/>
              </a:rPr>
              <a:t>ابتدا یک تعداد مشخصی از زنبورها (منبع غذایی) را تولید می‌کنیم و آن‌ها را در محیط قرار می‌دهیم.</a:t>
            </a:r>
          </a:p>
          <a:p>
            <a:pPr algn="r" rtl="1"/>
            <a:endParaRPr lang="fa-IR" sz="1600" b="1" dirty="0">
              <a:cs typeface="B Morvarid" panose="00000400000000000000" pitchFamily="2" charset="-78"/>
            </a:endParaRPr>
          </a:p>
          <a:p>
            <a:pPr algn="r" rtl="1"/>
            <a:r>
              <a:rPr lang="fa-IR" sz="1600" b="1" dirty="0">
                <a:solidFill>
                  <a:schemeClr val="accent6">
                    <a:lumMod val="50000"/>
                  </a:schemeClr>
                </a:solidFill>
                <a:cs typeface="B Morvarid" panose="00000400000000000000" pitchFamily="2" charset="-78"/>
              </a:rPr>
              <a:t>زنبورها به 3 دسته تقسیم می‌شوند: </a:t>
            </a:r>
          </a:p>
          <a:p>
            <a:pPr marL="994050" lvl="2" indent="-400050" algn="r" rtl="1">
              <a:lnSpc>
                <a:spcPct val="250000"/>
              </a:lnSpc>
              <a:buClr>
                <a:srgbClr val="C00000"/>
              </a:buClr>
              <a:buFont typeface="+mj-lt"/>
              <a:buAutoNum type="romanUcPeriod"/>
            </a:pPr>
            <a:r>
              <a:rPr lang="fa-IR" sz="1600" b="1" dirty="0">
                <a:solidFill>
                  <a:schemeClr val="accent6">
                    <a:lumMod val="50000"/>
                  </a:schemeClr>
                </a:solidFill>
                <a:cs typeface="B Morvarid" panose="00000400000000000000" pitchFamily="2" charset="-78"/>
              </a:rPr>
              <a:t>کارگر</a:t>
            </a:r>
          </a:p>
          <a:p>
            <a:pPr marL="994050" lvl="2" indent="-400050" algn="r" rtl="1">
              <a:lnSpc>
                <a:spcPct val="250000"/>
              </a:lnSpc>
              <a:buClr>
                <a:srgbClr val="C00000"/>
              </a:buClr>
              <a:buFont typeface="+mj-lt"/>
              <a:buAutoNum type="romanUcPeriod"/>
            </a:pPr>
            <a:r>
              <a:rPr lang="fa-IR" sz="1600" b="1" dirty="0">
                <a:solidFill>
                  <a:schemeClr val="accent6">
                    <a:lumMod val="50000"/>
                  </a:schemeClr>
                </a:solidFill>
                <a:cs typeface="B Morvarid" panose="00000400000000000000" pitchFamily="2" charset="-78"/>
              </a:rPr>
              <a:t>نگهبان</a:t>
            </a:r>
          </a:p>
          <a:p>
            <a:pPr marL="994050" lvl="2" indent="-400050" algn="r" rtl="1">
              <a:lnSpc>
                <a:spcPct val="250000"/>
              </a:lnSpc>
              <a:buClr>
                <a:srgbClr val="C00000"/>
              </a:buClr>
              <a:buFont typeface="+mj-lt"/>
              <a:buAutoNum type="romanUcPeriod"/>
            </a:pPr>
            <a:r>
              <a:rPr lang="fa-IR" sz="1600" b="1" dirty="0">
                <a:solidFill>
                  <a:schemeClr val="accent6">
                    <a:lumMod val="50000"/>
                  </a:schemeClr>
                </a:solidFill>
                <a:cs typeface="B Morvarid" panose="00000400000000000000" pitchFamily="2" charset="-78"/>
              </a:rPr>
              <a:t>پیشرو</a:t>
            </a:r>
          </a:p>
        </p:txBody>
      </p:sp>
      <p:sp>
        <p:nvSpPr>
          <p:cNvPr id="5" name="TextBox 4">
            <a:extLst>
              <a:ext uri="{FF2B5EF4-FFF2-40B4-BE49-F238E27FC236}">
                <a16:creationId xmlns:a16="http://schemas.microsoft.com/office/drawing/2014/main" id="{1D0F0FE7-C7BB-2E00-6272-94B2ADAD237A}"/>
              </a:ext>
            </a:extLst>
          </p:cNvPr>
          <p:cNvSpPr txBox="1"/>
          <p:nvPr/>
        </p:nvSpPr>
        <p:spPr>
          <a:xfrm>
            <a:off x="8385888" y="1469735"/>
            <a:ext cx="3324030" cy="246221"/>
          </a:xfrm>
          <a:prstGeom prst="rect">
            <a:avLst/>
          </a:prstGeom>
          <a:noFill/>
        </p:spPr>
        <p:txBody>
          <a:bodyPr wrap="square">
            <a:spAutoFit/>
          </a:bodyPr>
          <a:lstStyle/>
          <a:p>
            <a:pPr lvl="1" algn="r" rtl="1"/>
            <a:r>
              <a:rPr lang="fa-IR" sz="1000" dirty="0">
                <a:solidFill>
                  <a:schemeClr val="bg1">
                    <a:lumMod val="50000"/>
                  </a:schemeClr>
                </a:solidFill>
                <a:cs typeface="B Morvarid" panose="00000400000000000000" pitchFamily="2" charset="-78"/>
              </a:rPr>
              <a:t>فرض کنید 10 زنبور در اختیار داریم</a:t>
            </a:r>
            <a:endParaRPr lang="en-US" sz="1000" dirty="0">
              <a:solidFill>
                <a:schemeClr val="bg1">
                  <a:lumMod val="50000"/>
                </a:schemeClr>
              </a:solidFill>
              <a:cs typeface="B Morvarid" panose="00000400000000000000" pitchFamily="2" charset="-78"/>
            </a:endParaRPr>
          </a:p>
        </p:txBody>
      </p:sp>
      <p:sp>
        <p:nvSpPr>
          <p:cNvPr id="4" name="Footer Placeholder 3">
            <a:extLst>
              <a:ext uri="{FF2B5EF4-FFF2-40B4-BE49-F238E27FC236}">
                <a16:creationId xmlns:a16="http://schemas.microsoft.com/office/drawing/2014/main" id="{807DFABE-FA19-B0A8-AD10-98650E9A04F2}"/>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6" name="Slide Number Placeholder 5">
            <a:extLst>
              <a:ext uri="{FF2B5EF4-FFF2-40B4-BE49-F238E27FC236}">
                <a16:creationId xmlns:a16="http://schemas.microsoft.com/office/drawing/2014/main" id="{EA2CD03D-133A-785D-A152-034A5E5BD255}"/>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2</a:t>
            </a:fld>
            <a:endParaRPr lang="en-US" dirty="0">
              <a:cs typeface="B Morvarid" panose="00000400000000000000" pitchFamily="2" charset="-78"/>
            </a:endParaRPr>
          </a:p>
        </p:txBody>
      </p:sp>
      <p:pic>
        <p:nvPicPr>
          <p:cNvPr id="4098" name="Picture 2" descr="Bee icon PNG and SVG Vector Free Download">
            <a:extLst>
              <a:ext uri="{FF2B5EF4-FFF2-40B4-BE49-F238E27FC236}">
                <a16:creationId xmlns:a16="http://schemas.microsoft.com/office/drawing/2014/main" id="{7B62D1A9-4678-A575-E344-18F32B033F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32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15C5-50F2-E80A-F730-140E991D3157}"/>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a:t>
            </a:r>
            <a:endParaRPr lang="en-US" dirty="0">
              <a:cs typeface="B Morvarid" panose="00000400000000000000" pitchFamily="2" charset="-78"/>
            </a:endParaRPr>
          </a:p>
        </p:txBody>
      </p:sp>
      <p:pic>
        <p:nvPicPr>
          <p:cNvPr id="11" name="Picture 2" descr="flying bee animated gif - Clip Art Library">
            <a:extLst>
              <a:ext uri="{FF2B5EF4-FFF2-40B4-BE49-F238E27FC236}">
                <a16:creationId xmlns:a16="http://schemas.microsoft.com/office/drawing/2014/main" id="{31B74946-0DCE-C932-843E-6988DD1E3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4123" y="3261046"/>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flying bee animated gif - Clip Art Library">
            <a:extLst>
              <a:ext uri="{FF2B5EF4-FFF2-40B4-BE49-F238E27FC236}">
                <a16:creationId xmlns:a16="http://schemas.microsoft.com/office/drawing/2014/main" id="{71F5AE11-1B42-74AA-5B29-483C4B80E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430" y="3261044"/>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flying bee animated gif - Clip Art Library">
            <a:extLst>
              <a:ext uri="{FF2B5EF4-FFF2-40B4-BE49-F238E27FC236}">
                <a16:creationId xmlns:a16="http://schemas.microsoft.com/office/drawing/2014/main" id="{7552179C-761E-277A-E48B-AE968DCE6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0908" y="32610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flying bee animated gif - Clip Art Library">
            <a:extLst>
              <a:ext uri="{FF2B5EF4-FFF2-40B4-BE49-F238E27FC236}">
                <a16:creationId xmlns:a16="http://schemas.microsoft.com/office/drawing/2014/main" id="{6B2E7553-C76C-B2B5-188D-162FB5CDE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892" y="3261045"/>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flying bee animated gif - Clip Art Library">
            <a:extLst>
              <a:ext uri="{FF2B5EF4-FFF2-40B4-BE49-F238E27FC236}">
                <a16:creationId xmlns:a16="http://schemas.microsoft.com/office/drawing/2014/main" id="{BBD4BED3-6629-0390-9B3D-B72AC4F26D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952" y="3261044"/>
            <a:ext cx="1502231" cy="150223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6CB82508-BCBD-464F-BA62-EF19C5486D46}"/>
              </a:ext>
            </a:extLst>
          </p:cNvPr>
          <p:cNvSpPr txBox="1"/>
          <p:nvPr/>
        </p:nvSpPr>
        <p:spPr>
          <a:xfrm>
            <a:off x="5359661" y="1910056"/>
            <a:ext cx="6097554" cy="307777"/>
          </a:xfrm>
          <a:prstGeom prst="rect">
            <a:avLst/>
          </a:prstGeom>
          <a:noFill/>
        </p:spPr>
        <p:txBody>
          <a:bodyPr wrap="square">
            <a:spAutoFit/>
          </a:bodyPr>
          <a:lstStyle/>
          <a:p>
            <a:pPr marL="285750" indent="-285750" algn="r" rtl="1">
              <a:buFont typeface="Arial" panose="020B0604020202020204" pitchFamily="34" charset="0"/>
              <a:buChar char="•"/>
            </a:pPr>
            <a:r>
              <a:rPr lang="fa-IR" sz="1400" dirty="0">
                <a:solidFill>
                  <a:schemeClr val="bg1">
                    <a:lumMod val="50000"/>
                  </a:schemeClr>
                </a:solidFill>
                <a:cs typeface="B Morvarid" panose="00000400000000000000" pitchFamily="2" charset="-78"/>
              </a:rPr>
              <a:t>تعدادشان از قبل مشخص است.</a:t>
            </a:r>
          </a:p>
        </p:txBody>
      </p:sp>
      <p:sp>
        <p:nvSpPr>
          <p:cNvPr id="19" name="TextBox 18">
            <a:extLst>
              <a:ext uri="{FF2B5EF4-FFF2-40B4-BE49-F238E27FC236}">
                <a16:creationId xmlns:a16="http://schemas.microsoft.com/office/drawing/2014/main" id="{47C4596A-BA44-A084-F621-257FAE73F958}"/>
              </a:ext>
            </a:extLst>
          </p:cNvPr>
          <p:cNvSpPr txBox="1"/>
          <p:nvPr/>
        </p:nvSpPr>
        <p:spPr>
          <a:xfrm>
            <a:off x="230932" y="3261041"/>
            <a:ext cx="6097554" cy="369332"/>
          </a:xfrm>
          <a:prstGeom prst="rect">
            <a:avLst/>
          </a:prstGeom>
          <a:noFill/>
        </p:spPr>
        <p:txBody>
          <a:bodyPr wrap="square">
            <a:spAutoFit/>
          </a:bodyPr>
          <a:lstStyle/>
          <a:p>
            <a:pPr algn="l"/>
            <a:r>
              <a:rPr lang="en-US" sz="1800" dirty="0">
                <a:solidFill>
                  <a:schemeClr val="bg1">
                    <a:lumMod val="50000"/>
                  </a:schemeClr>
                </a:solidFill>
                <a:latin typeface="Times New Roman" panose="02020603050405020304" pitchFamily="18" charset="0"/>
                <a:cs typeface="Times New Roman" panose="02020603050405020304" pitchFamily="18" charset="0"/>
              </a:rPr>
              <a:t>EXP : n=5</a:t>
            </a:r>
            <a:endParaRPr lang="fa-IR" sz="1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01B301B-8D80-9E2D-2FCF-126FE9D9A7CA}"/>
              </a:ext>
            </a:extLst>
          </p:cNvPr>
          <p:cNvSpPr>
            <a:spLocks noGrp="1"/>
          </p:cNvSpPr>
          <p:nvPr>
            <p:ph type="ftr" sz="quarter" idx="11"/>
          </p:nvPr>
        </p:nvSpPr>
        <p:spPr/>
        <p:txBody>
          <a:bodyPr/>
          <a:lstStyle/>
          <a:p>
            <a:r>
              <a:rPr lang="en-US"/>
              <a:t>F.Molaei Jahromi</a:t>
            </a:r>
            <a:endParaRPr lang="en-US" dirty="0"/>
          </a:p>
        </p:txBody>
      </p:sp>
      <p:sp>
        <p:nvSpPr>
          <p:cNvPr id="4" name="Slide Number Placeholder 3">
            <a:extLst>
              <a:ext uri="{FF2B5EF4-FFF2-40B4-BE49-F238E27FC236}">
                <a16:creationId xmlns:a16="http://schemas.microsoft.com/office/drawing/2014/main" id="{58EC041D-E510-9D13-C0CD-57BDA516F50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08288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کارگر(ادامه)</a:t>
            </a:r>
            <a:endParaRPr lang="en-US" dirty="0">
              <a:cs typeface="B Morvarid" panose="00000400000000000000" pitchFamily="2" charset="-78"/>
            </a:endParaRPr>
          </a:p>
        </p:txBody>
      </p:sp>
      <p:sp>
        <p:nvSpPr>
          <p:cNvPr id="4" name="Content Placeholder 2">
            <a:extLst>
              <a:ext uri="{FF2B5EF4-FFF2-40B4-BE49-F238E27FC236}">
                <a16:creationId xmlns:a16="http://schemas.microsoft.com/office/drawing/2014/main" id="{7728411C-5570-EBE4-7B40-E44EF8B4F580}"/>
              </a:ext>
            </a:extLst>
          </p:cNvPr>
          <p:cNvSpPr>
            <a:spLocks noGrp="1"/>
          </p:cNvSpPr>
          <p:nvPr>
            <p:ph idx="1"/>
          </p:nvPr>
        </p:nvSpPr>
        <p:spPr>
          <a:xfrm>
            <a:off x="581025" y="2181225"/>
            <a:ext cx="11029950" cy="3678238"/>
          </a:xfrm>
        </p:spPr>
        <p:txBody>
          <a:bodyPr anchor="t">
            <a:normAutofit/>
          </a:bodyPr>
          <a:lstStyle/>
          <a:p>
            <a:pPr algn="r" rtl="1"/>
            <a:r>
              <a:rPr lang="fa-IR" sz="1400" b="1" dirty="0">
                <a:solidFill>
                  <a:schemeClr val="accent3">
                    <a:lumMod val="75000"/>
                  </a:schemeClr>
                </a:solidFill>
                <a:cs typeface="B Morvarid" panose="00000400000000000000" pitchFamily="2" charset="-78"/>
              </a:rPr>
              <a:t>گام اول :  این زنبورها در مرحله اول شروع به جستجوی تصادفی در منطقه سرچ میکنند :</a:t>
            </a:r>
          </a:p>
        </p:txBody>
      </p:sp>
      <p:sp>
        <p:nvSpPr>
          <p:cNvPr id="5" name="Rectangle 4">
            <a:extLst>
              <a:ext uri="{FF2B5EF4-FFF2-40B4-BE49-F238E27FC236}">
                <a16:creationId xmlns:a16="http://schemas.microsoft.com/office/drawing/2014/main" id="{7E9FF5B0-E5D2-02F4-D743-44021AC993A9}"/>
              </a:ext>
            </a:extLst>
          </p:cNvPr>
          <p:cNvSpPr/>
          <p:nvPr/>
        </p:nvSpPr>
        <p:spPr>
          <a:xfrm>
            <a:off x="783771" y="2752531"/>
            <a:ext cx="10403633" cy="384421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B Morvarid" panose="00000400000000000000" pitchFamily="2" charset="-78"/>
            </a:endParaRPr>
          </a:p>
        </p:txBody>
      </p:sp>
      <p:pic>
        <p:nvPicPr>
          <p:cNvPr id="6" name="Picture 2" descr="flying bee animated gif - Clip Art Library">
            <a:extLst>
              <a:ext uri="{FF2B5EF4-FFF2-40B4-BE49-F238E27FC236}">
                <a16:creationId xmlns:a16="http://schemas.microsoft.com/office/drawing/2014/main" id="{0B839217-CAB3-3465-4933-CD90E49B0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lying bee animated gif - Clip Art Library">
            <a:extLst>
              <a:ext uri="{FF2B5EF4-FFF2-40B4-BE49-F238E27FC236}">
                <a16:creationId xmlns:a16="http://schemas.microsoft.com/office/drawing/2014/main" id="{057B8C58-55A2-4095-7FF2-55CC4D22F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5" y="51083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flying bee animated gif - Clip Art Library">
            <a:extLst>
              <a:ext uri="{FF2B5EF4-FFF2-40B4-BE49-F238E27FC236}">
                <a16:creationId xmlns:a16="http://schemas.microsoft.com/office/drawing/2014/main" id="{F6003240-8FE6-B51B-5C53-06D7FEA9E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4711" y="2598571"/>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lying bee animated gif - Clip Art Library">
            <a:extLst>
              <a:ext uri="{FF2B5EF4-FFF2-40B4-BE49-F238E27FC236}">
                <a16:creationId xmlns:a16="http://schemas.microsoft.com/office/drawing/2014/main" id="{11F48E9D-47AA-9C55-D97E-648EF16C2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9438" y="5094512"/>
            <a:ext cx="1502231" cy="150223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D6E9D2B0-AA37-35D4-C080-6DD522C81476}"/>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11" name="Slide Number Placeholder 10">
            <a:extLst>
              <a:ext uri="{FF2B5EF4-FFF2-40B4-BE49-F238E27FC236}">
                <a16:creationId xmlns:a16="http://schemas.microsoft.com/office/drawing/2014/main" id="{38480AEF-8E16-3B64-FB75-167913616F62}"/>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4</a:t>
            </a:fld>
            <a:endParaRPr lang="en-US" dirty="0">
              <a:cs typeface="B Morvarid" panose="00000400000000000000" pitchFamily="2" charset="-78"/>
            </a:endParaRPr>
          </a:p>
        </p:txBody>
      </p:sp>
    </p:spTree>
    <p:extLst>
      <p:ext uri="{BB962C8B-B14F-4D97-AF65-F5344CB8AC3E}">
        <p14:creationId xmlns:p14="http://schemas.microsoft.com/office/powerpoint/2010/main" val="1867314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کارگر(ادامه)</a:t>
            </a:r>
            <a:endParaRPr lang="en-US" dirty="0">
              <a:cs typeface="B Morvarid" panose="00000400000000000000" pitchFamily="2" charset="-78"/>
            </a:endParaRPr>
          </a:p>
        </p:txBody>
      </p:sp>
      <p:sp>
        <p:nvSpPr>
          <p:cNvPr id="4" name="Content Placeholder 2">
            <a:extLst>
              <a:ext uri="{FF2B5EF4-FFF2-40B4-BE49-F238E27FC236}">
                <a16:creationId xmlns:a16="http://schemas.microsoft.com/office/drawing/2014/main" id="{7728411C-5570-EBE4-7B40-E44EF8B4F580}"/>
              </a:ext>
            </a:extLst>
          </p:cNvPr>
          <p:cNvSpPr>
            <a:spLocks noGrp="1"/>
          </p:cNvSpPr>
          <p:nvPr>
            <p:ph idx="1"/>
          </p:nvPr>
        </p:nvSpPr>
        <p:spPr>
          <a:xfrm>
            <a:off x="581025" y="2181225"/>
            <a:ext cx="11029950" cy="3678238"/>
          </a:xfrm>
        </p:spPr>
        <p:txBody>
          <a:bodyPr anchor="t">
            <a:normAutofit/>
          </a:bodyPr>
          <a:lstStyle/>
          <a:p>
            <a:pPr algn="r" rtl="1"/>
            <a:r>
              <a:rPr lang="fa-IR" sz="1400" b="1" dirty="0">
                <a:solidFill>
                  <a:schemeClr val="accent3">
                    <a:lumMod val="75000"/>
                  </a:schemeClr>
                </a:solidFill>
                <a:cs typeface="B Morvarid" panose="00000400000000000000" pitchFamily="2" charset="-78"/>
              </a:rPr>
              <a:t>گام دوم :  هر زنبور کارگر یک زنبور همسایه را به </a:t>
            </a:r>
            <a:r>
              <a:rPr lang="fa-IR" sz="1400" b="1" dirty="0">
                <a:solidFill>
                  <a:srgbClr val="C00000"/>
                </a:solidFill>
                <a:cs typeface="B Morvarid" panose="00000400000000000000" pitchFamily="2" charset="-78"/>
              </a:rPr>
              <a:t>تصادف</a:t>
            </a:r>
            <a:r>
              <a:rPr lang="fa-IR" sz="1400" b="1" dirty="0">
                <a:solidFill>
                  <a:schemeClr val="accent3">
                    <a:lumMod val="75000"/>
                  </a:schemeClr>
                </a:solidFill>
                <a:cs typeface="B Morvarid" panose="00000400000000000000" pitchFamily="2" charset="-78"/>
              </a:rPr>
              <a:t> انتخاب و به سمت آن </a:t>
            </a:r>
            <a:r>
              <a:rPr lang="fa-IR" sz="1400" b="1" dirty="0">
                <a:solidFill>
                  <a:srgbClr val="C00000"/>
                </a:solidFill>
                <a:cs typeface="B Morvarid" panose="00000400000000000000" pitchFamily="2" charset="-78"/>
              </a:rPr>
              <a:t>تصادفی</a:t>
            </a:r>
            <a:r>
              <a:rPr lang="fa-IR" sz="1400" b="1" dirty="0">
                <a:solidFill>
                  <a:schemeClr val="accent3">
                    <a:lumMod val="75000"/>
                  </a:schemeClr>
                </a:solidFill>
                <a:cs typeface="B Morvarid" panose="00000400000000000000" pitchFamily="2" charset="-78"/>
              </a:rPr>
              <a:t> حرکت می‌کند : </a:t>
            </a:r>
          </a:p>
        </p:txBody>
      </p:sp>
      <p:sp>
        <p:nvSpPr>
          <p:cNvPr id="5" name="Rectangle 4">
            <a:extLst>
              <a:ext uri="{FF2B5EF4-FFF2-40B4-BE49-F238E27FC236}">
                <a16:creationId xmlns:a16="http://schemas.microsoft.com/office/drawing/2014/main" id="{7E9FF5B0-E5D2-02F4-D743-44021AC993A9}"/>
              </a:ext>
            </a:extLst>
          </p:cNvPr>
          <p:cNvSpPr/>
          <p:nvPr/>
        </p:nvSpPr>
        <p:spPr>
          <a:xfrm>
            <a:off x="783771" y="2752531"/>
            <a:ext cx="10403633" cy="384421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flying bee animated gif - Clip Art Library">
            <a:extLst>
              <a:ext uri="{FF2B5EF4-FFF2-40B4-BE49-F238E27FC236}">
                <a16:creationId xmlns:a16="http://schemas.microsoft.com/office/drawing/2014/main" id="{0B839217-CAB3-3465-4933-CD90E49B0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custGeom>
            <a:avLst/>
            <a:gdLst>
              <a:gd name="connsiteX0" fmla="*/ 0 w 1502231"/>
              <a:gd name="connsiteY0" fmla="*/ 0 h 1502231"/>
              <a:gd name="connsiteX1" fmla="*/ 455677 w 1502231"/>
              <a:gd name="connsiteY1" fmla="*/ 0 h 1502231"/>
              <a:gd name="connsiteX2" fmla="*/ 926376 w 1502231"/>
              <a:gd name="connsiteY2" fmla="*/ 0 h 1502231"/>
              <a:gd name="connsiteX3" fmla="*/ 1502231 w 1502231"/>
              <a:gd name="connsiteY3" fmla="*/ 0 h 1502231"/>
              <a:gd name="connsiteX4" fmla="*/ 1502231 w 1502231"/>
              <a:gd name="connsiteY4" fmla="*/ 455677 h 1502231"/>
              <a:gd name="connsiteX5" fmla="*/ 1502231 w 1502231"/>
              <a:gd name="connsiteY5" fmla="*/ 971443 h 1502231"/>
              <a:gd name="connsiteX6" fmla="*/ 1502231 w 1502231"/>
              <a:gd name="connsiteY6" fmla="*/ 1502231 h 1502231"/>
              <a:gd name="connsiteX7" fmla="*/ 1031532 w 1502231"/>
              <a:gd name="connsiteY7" fmla="*/ 1502231 h 1502231"/>
              <a:gd name="connsiteX8" fmla="*/ 575855 w 1502231"/>
              <a:gd name="connsiteY8" fmla="*/ 1502231 h 1502231"/>
              <a:gd name="connsiteX9" fmla="*/ 0 w 1502231"/>
              <a:gd name="connsiteY9" fmla="*/ 1502231 h 1502231"/>
              <a:gd name="connsiteX10" fmla="*/ 0 w 1502231"/>
              <a:gd name="connsiteY10" fmla="*/ 1016510 h 1502231"/>
              <a:gd name="connsiteX11" fmla="*/ 0 w 1502231"/>
              <a:gd name="connsiteY11" fmla="*/ 485721 h 1502231"/>
              <a:gd name="connsiteX12" fmla="*/ 0 w 1502231"/>
              <a:gd name="connsiteY12" fmla="*/ 0 h 1502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2231" h="1502231" extrusionOk="0">
                <a:moveTo>
                  <a:pt x="0" y="0"/>
                </a:moveTo>
                <a:cubicBezTo>
                  <a:pt x="110442" y="-7899"/>
                  <a:pt x="266346" y="-17667"/>
                  <a:pt x="455677" y="0"/>
                </a:cubicBezTo>
                <a:cubicBezTo>
                  <a:pt x="645008" y="17667"/>
                  <a:pt x="782592" y="21211"/>
                  <a:pt x="926376" y="0"/>
                </a:cubicBezTo>
                <a:cubicBezTo>
                  <a:pt x="1070160" y="-21211"/>
                  <a:pt x="1341365" y="6742"/>
                  <a:pt x="1502231" y="0"/>
                </a:cubicBezTo>
                <a:cubicBezTo>
                  <a:pt x="1524576" y="176011"/>
                  <a:pt x="1499254" y="274053"/>
                  <a:pt x="1502231" y="455677"/>
                </a:cubicBezTo>
                <a:cubicBezTo>
                  <a:pt x="1505208" y="637301"/>
                  <a:pt x="1502864" y="815747"/>
                  <a:pt x="1502231" y="971443"/>
                </a:cubicBezTo>
                <a:cubicBezTo>
                  <a:pt x="1501598" y="1127139"/>
                  <a:pt x="1481105" y="1287686"/>
                  <a:pt x="1502231" y="1502231"/>
                </a:cubicBezTo>
                <a:cubicBezTo>
                  <a:pt x="1382047" y="1485123"/>
                  <a:pt x="1130999" y="1505022"/>
                  <a:pt x="1031532" y="1502231"/>
                </a:cubicBezTo>
                <a:cubicBezTo>
                  <a:pt x="932065" y="1499440"/>
                  <a:pt x="747917" y="1509080"/>
                  <a:pt x="575855" y="1502231"/>
                </a:cubicBezTo>
                <a:cubicBezTo>
                  <a:pt x="403793" y="1495382"/>
                  <a:pt x="136759" y="1511760"/>
                  <a:pt x="0" y="1502231"/>
                </a:cubicBezTo>
                <a:cubicBezTo>
                  <a:pt x="-6474" y="1318181"/>
                  <a:pt x="-19341" y="1246502"/>
                  <a:pt x="0" y="1016510"/>
                </a:cubicBezTo>
                <a:cubicBezTo>
                  <a:pt x="19341" y="786518"/>
                  <a:pt x="8208" y="652142"/>
                  <a:pt x="0" y="485721"/>
                </a:cubicBezTo>
                <a:cubicBezTo>
                  <a:pt x="-8208" y="319300"/>
                  <a:pt x="-8774" y="113075"/>
                  <a:pt x="0" y="0"/>
                </a:cubicBezTo>
                <a:close/>
              </a:path>
            </a:pathLst>
          </a:custGeom>
          <a:noFill/>
          <a:ln w="57150">
            <a:solidFill>
              <a:schemeClr val="accent6"/>
            </a:solidFill>
            <a:extLst>
              <a:ext uri="{C807C97D-BFC1-408E-A445-0C87EB9F89A2}">
                <ask:lineSketchStyleProps xmlns:ask="http://schemas.microsoft.com/office/drawing/2018/sketchyshapes" sd="232880838">
                  <a:prstGeom prst="rect">
                    <a:avLst/>
                  </a:prstGeom>
                  <ask:type>
                    <ask:lineSketchFreehand/>
                  </ask:type>
                </ask:lineSketchStyleProps>
              </a:ext>
            </a:extLst>
          </a:ln>
          <a:extLst>
            <a:ext uri="{909E8E84-426E-40DD-AFC4-6F175D3DCCD1}">
              <a14:hiddenFill xmlns:a14="http://schemas.microsoft.com/office/drawing/2010/main">
                <a:solidFill>
                  <a:srgbClr val="FFFFFF"/>
                </a:solidFill>
              </a14:hiddenFill>
            </a:ext>
          </a:extLst>
        </p:spPr>
      </p:pic>
      <p:pic>
        <p:nvPicPr>
          <p:cNvPr id="7" name="Picture 2" descr="flying bee animated gif - Clip Art Library">
            <a:extLst>
              <a:ext uri="{FF2B5EF4-FFF2-40B4-BE49-F238E27FC236}">
                <a16:creationId xmlns:a16="http://schemas.microsoft.com/office/drawing/2014/main" id="{057B8C58-55A2-4095-7FF2-55CC4D22F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5" y="51083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9" name="Picture 2" descr="flying bee animated gif - Clip Art Library">
            <a:extLst>
              <a:ext uri="{FF2B5EF4-FFF2-40B4-BE49-F238E27FC236}">
                <a16:creationId xmlns:a16="http://schemas.microsoft.com/office/drawing/2014/main" id="{F6003240-8FE6-B51B-5C53-06D7FEA9E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4711" y="2598571"/>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lying bee animated gif - Clip Art Library">
            <a:extLst>
              <a:ext uri="{FF2B5EF4-FFF2-40B4-BE49-F238E27FC236}">
                <a16:creationId xmlns:a16="http://schemas.microsoft.com/office/drawing/2014/main" id="{11F48E9D-47AA-9C55-D97E-648EF16C2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9438" y="5094512"/>
            <a:ext cx="1502231" cy="150223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3D6AB5C-B232-F843-955B-A2041F078E01}"/>
              </a:ext>
            </a:extLst>
          </p:cNvPr>
          <p:cNvSpPr>
            <a:spLocks noGrp="1"/>
          </p:cNvSpPr>
          <p:nvPr>
            <p:ph type="ftr" sz="quarter" idx="11"/>
          </p:nvPr>
        </p:nvSpPr>
        <p:spPr/>
        <p:txBody>
          <a:bodyPr/>
          <a:lstStyle/>
          <a:p>
            <a:r>
              <a:rPr lang="en-US"/>
              <a:t>F.Molaei Jahromi</a:t>
            </a:r>
            <a:endParaRPr lang="en-US" dirty="0"/>
          </a:p>
        </p:txBody>
      </p:sp>
      <p:sp>
        <p:nvSpPr>
          <p:cNvPr id="11" name="Slide Number Placeholder 10">
            <a:extLst>
              <a:ext uri="{FF2B5EF4-FFF2-40B4-BE49-F238E27FC236}">
                <a16:creationId xmlns:a16="http://schemas.microsoft.com/office/drawing/2014/main" id="{496E3406-B6A5-9156-7B88-CE37F32D9859}"/>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93869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79167E-6 -3.7037E-7 L 0.26171 0.19282 " pathEditMode="relative" rAng="0" ptsTypes="AA">
                                      <p:cBhvr>
                                        <p:cTn id="6" dur="2000" fill="hold"/>
                                        <p:tgtEl>
                                          <p:spTgt spid="6"/>
                                        </p:tgtEl>
                                        <p:attrNameLst>
                                          <p:attrName>ppt_x</p:attrName>
                                          <p:attrName>ppt_y</p:attrName>
                                        </p:attrNameLst>
                                      </p:cBhvr>
                                      <p:rCtr x="13086" y="963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کارگر(ادامه)</a:t>
            </a:r>
            <a:endParaRPr lang="en-US" dirty="0">
              <a:cs typeface="B Morvarid" panose="00000400000000000000" pitchFamily="2" charset="-78"/>
            </a:endParaRPr>
          </a:p>
        </p:txBody>
      </p:sp>
      <p:sp>
        <p:nvSpPr>
          <p:cNvPr id="4" name="Content Placeholder 2">
            <a:extLst>
              <a:ext uri="{FF2B5EF4-FFF2-40B4-BE49-F238E27FC236}">
                <a16:creationId xmlns:a16="http://schemas.microsoft.com/office/drawing/2014/main" id="{7728411C-5570-EBE4-7B40-E44EF8B4F580}"/>
              </a:ext>
            </a:extLst>
          </p:cNvPr>
          <p:cNvSpPr>
            <a:spLocks noGrp="1"/>
          </p:cNvSpPr>
          <p:nvPr>
            <p:ph idx="1"/>
          </p:nvPr>
        </p:nvSpPr>
        <p:spPr>
          <a:xfrm>
            <a:off x="581025" y="2181225"/>
            <a:ext cx="11029950" cy="3678238"/>
          </a:xfrm>
        </p:spPr>
        <p:txBody>
          <a:bodyPr anchor="t">
            <a:normAutofit/>
          </a:bodyPr>
          <a:lstStyle/>
          <a:p>
            <a:pPr algn="r" rtl="1"/>
            <a:r>
              <a:rPr lang="fa-IR" sz="1400" b="1" dirty="0">
                <a:solidFill>
                  <a:schemeClr val="accent3">
                    <a:lumMod val="75000"/>
                  </a:schemeClr>
                </a:solidFill>
                <a:cs typeface="B Morvarid" panose="00000400000000000000" pitchFamily="2" charset="-78"/>
              </a:rPr>
              <a:t>نحوه حرکت</a:t>
            </a:r>
          </a:p>
        </p:txBody>
      </p:sp>
      <p:pic>
        <p:nvPicPr>
          <p:cNvPr id="3" name="Picture 2">
            <a:extLst>
              <a:ext uri="{FF2B5EF4-FFF2-40B4-BE49-F238E27FC236}">
                <a16:creationId xmlns:a16="http://schemas.microsoft.com/office/drawing/2014/main" id="{057323D6-9017-022F-A447-D9ECC053D56F}"/>
              </a:ext>
            </a:extLst>
          </p:cNvPr>
          <p:cNvPicPr>
            <a:picLocks noChangeAspect="1"/>
          </p:cNvPicPr>
          <p:nvPr/>
        </p:nvPicPr>
        <p:blipFill>
          <a:blip r:embed="rId2"/>
          <a:stretch>
            <a:fillRect/>
          </a:stretch>
        </p:blipFill>
        <p:spPr>
          <a:xfrm>
            <a:off x="3901059" y="3429000"/>
            <a:ext cx="4389881" cy="1212589"/>
          </a:xfrm>
          <a:prstGeom prst="rect">
            <a:avLst/>
          </a:prstGeom>
        </p:spPr>
      </p:pic>
      <p:cxnSp>
        <p:nvCxnSpPr>
          <p:cNvPr id="12" name="Connector: Curved 11">
            <a:extLst>
              <a:ext uri="{FF2B5EF4-FFF2-40B4-BE49-F238E27FC236}">
                <a16:creationId xmlns:a16="http://schemas.microsoft.com/office/drawing/2014/main" id="{74110CB1-F703-5D7A-687C-8943ADD09594}"/>
              </a:ext>
            </a:extLst>
          </p:cNvPr>
          <p:cNvCxnSpPr>
            <a:stCxn id="3" idx="1"/>
          </p:cNvCxnSpPr>
          <p:nvPr/>
        </p:nvCxnSpPr>
        <p:spPr>
          <a:xfrm rot="10800000" flipV="1">
            <a:off x="3275045" y="4035295"/>
            <a:ext cx="626014" cy="881938"/>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E3B29AD-BABF-0B97-DDA4-EB41DF730835}"/>
              </a:ext>
            </a:extLst>
          </p:cNvPr>
          <p:cNvSpPr txBox="1"/>
          <p:nvPr/>
        </p:nvSpPr>
        <p:spPr>
          <a:xfrm>
            <a:off x="2679440" y="4926682"/>
            <a:ext cx="1191208" cy="523220"/>
          </a:xfrm>
          <a:prstGeom prst="rect">
            <a:avLst/>
          </a:prstGeom>
          <a:noFill/>
        </p:spPr>
        <p:txBody>
          <a:bodyPr wrap="square" rtlCol="0">
            <a:spAutoFit/>
          </a:bodyPr>
          <a:lstStyle/>
          <a:p>
            <a:pPr algn="r" rtl="1"/>
            <a:r>
              <a:rPr lang="fa-IR" sz="1400" dirty="0">
                <a:solidFill>
                  <a:schemeClr val="tx2">
                    <a:lumMod val="40000"/>
                    <a:lumOff val="60000"/>
                  </a:schemeClr>
                </a:solidFill>
                <a:cs typeface="B Morvarid" panose="00000400000000000000" pitchFamily="2" charset="-78"/>
              </a:rPr>
              <a:t>موقعیت جدید زنبور</a:t>
            </a:r>
            <a:endParaRPr lang="en-US" sz="1400" dirty="0">
              <a:solidFill>
                <a:schemeClr val="tx2">
                  <a:lumMod val="40000"/>
                  <a:lumOff val="60000"/>
                </a:schemeClr>
              </a:solidFill>
              <a:cs typeface="B Morvarid" panose="00000400000000000000" pitchFamily="2" charset="-78"/>
            </a:endParaRPr>
          </a:p>
        </p:txBody>
      </p:sp>
      <p:sp>
        <p:nvSpPr>
          <p:cNvPr id="15" name="TextBox 14">
            <a:extLst>
              <a:ext uri="{FF2B5EF4-FFF2-40B4-BE49-F238E27FC236}">
                <a16:creationId xmlns:a16="http://schemas.microsoft.com/office/drawing/2014/main" id="{5BCEBD27-E041-761B-CF7A-195D83B30EBE}"/>
              </a:ext>
            </a:extLst>
          </p:cNvPr>
          <p:cNvSpPr txBox="1"/>
          <p:nvPr/>
        </p:nvSpPr>
        <p:spPr>
          <a:xfrm>
            <a:off x="4315407" y="5071232"/>
            <a:ext cx="1191208" cy="523220"/>
          </a:xfrm>
          <a:prstGeom prst="rect">
            <a:avLst/>
          </a:prstGeom>
          <a:noFill/>
        </p:spPr>
        <p:txBody>
          <a:bodyPr wrap="square" rtlCol="0">
            <a:spAutoFit/>
          </a:bodyPr>
          <a:lstStyle/>
          <a:p>
            <a:pPr algn="r" rtl="1"/>
            <a:r>
              <a:rPr lang="fa-IR" sz="1400" dirty="0">
                <a:solidFill>
                  <a:schemeClr val="tx2">
                    <a:lumMod val="40000"/>
                    <a:lumOff val="60000"/>
                  </a:schemeClr>
                </a:solidFill>
                <a:cs typeface="B Morvarid" panose="00000400000000000000" pitchFamily="2" charset="-78"/>
              </a:rPr>
              <a:t>موقعیت قبلی زنبور</a:t>
            </a:r>
            <a:endParaRPr lang="en-US" sz="1400" dirty="0">
              <a:solidFill>
                <a:schemeClr val="tx2">
                  <a:lumMod val="40000"/>
                  <a:lumOff val="60000"/>
                </a:schemeClr>
              </a:solidFill>
              <a:cs typeface="B Morvarid" panose="00000400000000000000" pitchFamily="2" charset="-78"/>
            </a:endParaRPr>
          </a:p>
        </p:txBody>
      </p:sp>
      <p:cxnSp>
        <p:nvCxnSpPr>
          <p:cNvPr id="17" name="Connector: Curved 16">
            <a:extLst>
              <a:ext uri="{FF2B5EF4-FFF2-40B4-BE49-F238E27FC236}">
                <a16:creationId xmlns:a16="http://schemas.microsoft.com/office/drawing/2014/main" id="{216C6F65-736A-2825-5CCF-85293E6FDE35}"/>
              </a:ext>
            </a:extLst>
          </p:cNvPr>
          <p:cNvCxnSpPr>
            <a:endCxn id="15" idx="0"/>
          </p:cNvCxnSpPr>
          <p:nvPr/>
        </p:nvCxnSpPr>
        <p:spPr>
          <a:xfrm rot="5400000">
            <a:off x="4575027" y="4589064"/>
            <a:ext cx="818153" cy="146183"/>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CE62BFA-A17D-4CD9-6E11-2EF4F2631D82}"/>
              </a:ext>
            </a:extLst>
          </p:cNvPr>
          <p:cNvSpPr txBox="1"/>
          <p:nvPr/>
        </p:nvSpPr>
        <p:spPr>
          <a:xfrm>
            <a:off x="6305938" y="3121223"/>
            <a:ext cx="1191208" cy="523220"/>
          </a:xfrm>
          <a:prstGeom prst="rect">
            <a:avLst/>
          </a:prstGeom>
          <a:noFill/>
        </p:spPr>
        <p:txBody>
          <a:bodyPr wrap="square" rtlCol="0">
            <a:spAutoFit/>
          </a:bodyPr>
          <a:lstStyle/>
          <a:p>
            <a:pPr algn="ctr" rtl="1"/>
            <a:r>
              <a:rPr lang="fa-IR" sz="1400" dirty="0">
                <a:solidFill>
                  <a:schemeClr val="tx2">
                    <a:lumMod val="40000"/>
                    <a:lumOff val="60000"/>
                  </a:schemeClr>
                </a:solidFill>
                <a:cs typeface="B Morvarid" panose="00000400000000000000" pitchFamily="2" charset="-78"/>
              </a:rPr>
              <a:t>فاصله بین دو زنبور</a:t>
            </a:r>
            <a:endParaRPr lang="en-US" sz="1400" dirty="0">
              <a:solidFill>
                <a:schemeClr val="tx2">
                  <a:lumMod val="40000"/>
                  <a:lumOff val="60000"/>
                </a:schemeClr>
              </a:solidFill>
              <a:cs typeface="B Morvarid" panose="00000400000000000000" pitchFamily="2" charset="-78"/>
            </a:endParaRPr>
          </a:p>
        </p:txBody>
      </p:sp>
      <p:cxnSp>
        <p:nvCxnSpPr>
          <p:cNvPr id="20" name="Straight Connector 19">
            <a:extLst>
              <a:ext uri="{FF2B5EF4-FFF2-40B4-BE49-F238E27FC236}">
                <a16:creationId xmlns:a16="http://schemas.microsoft.com/office/drawing/2014/main" id="{FD91F756-0DF7-2D19-A839-8D9735BEE9DA}"/>
              </a:ext>
            </a:extLst>
          </p:cNvPr>
          <p:cNvCxnSpPr/>
          <p:nvPr/>
        </p:nvCxnSpPr>
        <p:spPr>
          <a:xfrm>
            <a:off x="6382139" y="3816220"/>
            <a:ext cx="14462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C8821A62-FCCF-291C-9F1E-95F13463012E}"/>
              </a:ext>
            </a:extLst>
          </p:cNvPr>
          <p:cNvCxnSpPr>
            <a:endCxn id="18" idx="2"/>
          </p:cNvCxnSpPr>
          <p:nvPr/>
        </p:nvCxnSpPr>
        <p:spPr>
          <a:xfrm rot="5400000" flipH="1" flipV="1">
            <a:off x="6809304" y="3730332"/>
            <a:ext cx="178127" cy="6350"/>
          </a:xfrm>
          <a:prstGeom prst="curved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BB30AC6-060F-9997-A312-C36596A0DACC}"/>
              </a:ext>
            </a:extLst>
          </p:cNvPr>
          <p:cNvSpPr txBox="1"/>
          <p:nvPr/>
        </p:nvSpPr>
        <p:spPr>
          <a:xfrm>
            <a:off x="8778929" y="4522725"/>
            <a:ext cx="1467261" cy="1331134"/>
          </a:xfrm>
          <a:prstGeom prst="rect">
            <a:avLst/>
          </a:prstGeom>
          <a:noFill/>
        </p:spPr>
        <p:txBody>
          <a:bodyPr wrap="square" rtlCol="0">
            <a:spAutoFit/>
          </a:bodyPr>
          <a:lstStyle/>
          <a:p>
            <a:pPr algn="ctr" rtl="1">
              <a:lnSpc>
                <a:spcPct val="200000"/>
              </a:lnSpc>
            </a:pPr>
            <a:r>
              <a:rPr lang="en-US" sz="1400" dirty="0">
                <a:solidFill>
                  <a:schemeClr val="accent6">
                    <a:lumMod val="60000"/>
                    <a:lumOff val="40000"/>
                  </a:schemeClr>
                </a:solidFill>
                <a:cs typeface="B Morvarid" panose="00000400000000000000" pitchFamily="2" charset="-78"/>
              </a:rPr>
              <a:t>i </a:t>
            </a:r>
            <a:r>
              <a:rPr lang="fa-IR" sz="1400" dirty="0">
                <a:solidFill>
                  <a:schemeClr val="accent6">
                    <a:lumMod val="60000"/>
                    <a:lumOff val="40000"/>
                  </a:schemeClr>
                </a:solidFill>
                <a:cs typeface="B Morvarid" panose="00000400000000000000" pitchFamily="2" charset="-78"/>
              </a:rPr>
              <a:t> : زنبور فعلی </a:t>
            </a:r>
          </a:p>
          <a:p>
            <a:pPr algn="ctr" rtl="1">
              <a:lnSpc>
                <a:spcPct val="200000"/>
              </a:lnSpc>
            </a:pPr>
            <a:r>
              <a:rPr lang="en-US" sz="1400" dirty="0">
                <a:solidFill>
                  <a:schemeClr val="accent6">
                    <a:lumMod val="60000"/>
                    <a:lumOff val="40000"/>
                  </a:schemeClr>
                </a:solidFill>
                <a:cs typeface="B Morvarid" panose="00000400000000000000" pitchFamily="2" charset="-78"/>
              </a:rPr>
              <a:t>k</a:t>
            </a:r>
            <a:r>
              <a:rPr lang="fa-IR" sz="1400" dirty="0">
                <a:solidFill>
                  <a:schemeClr val="accent6">
                    <a:lumMod val="60000"/>
                    <a:lumOff val="40000"/>
                  </a:schemeClr>
                </a:solidFill>
                <a:cs typeface="B Morvarid" panose="00000400000000000000" pitchFamily="2" charset="-78"/>
              </a:rPr>
              <a:t> : زنبور همسایه</a:t>
            </a:r>
          </a:p>
          <a:p>
            <a:pPr algn="r" rtl="1">
              <a:lnSpc>
                <a:spcPct val="200000"/>
              </a:lnSpc>
            </a:pPr>
            <a:r>
              <a:rPr lang="en-US" sz="1400" dirty="0">
                <a:solidFill>
                  <a:schemeClr val="accent6">
                    <a:lumMod val="60000"/>
                    <a:lumOff val="40000"/>
                  </a:schemeClr>
                </a:solidFill>
                <a:cs typeface="B Morvarid" panose="00000400000000000000" pitchFamily="2" charset="-78"/>
              </a:rPr>
              <a:t>j</a:t>
            </a:r>
            <a:r>
              <a:rPr lang="fa-IR" sz="1400" dirty="0">
                <a:solidFill>
                  <a:schemeClr val="accent6">
                    <a:lumMod val="60000"/>
                    <a:lumOff val="40000"/>
                  </a:schemeClr>
                </a:solidFill>
                <a:cs typeface="B Morvarid" panose="00000400000000000000" pitchFamily="2" charset="-78"/>
              </a:rPr>
              <a:t> : تنظیم کننده ابعاد</a:t>
            </a:r>
            <a:endParaRPr lang="en-US" sz="1400" dirty="0">
              <a:solidFill>
                <a:schemeClr val="accent6">
                  <a:lumMod val="60000"/>
                  <a:lumOff val="40000"/>
                </a:schemeClr>
              </a:solidFill>
              <a:cs typeface="B Morvarid" panose="00000400000000000000" pitchFamily="2" charset="-78"/>
            </a:endParaRPr>
          </a:p>
        </p:txBody>
      </p:sp>
      <p:sp>
        <p:nvSpPr>
          <p:cNvPr id="24" name="TextBox 23">
            <a:extLst>
              <a:ext uri="{FF2B5EF4-FFF2-40B4-BE49-F238E27FC236}">
                <a16:creationId xmlns:a16="http://schemas.microsoft.com/office/drawing/2014/main" id="{A32BFB9D-7AD9-F23F-D845-360CB95D43F8}"/>
              </a:ext>
            </a:extLst>
          </p:cNvPr>
          <p:cNvSpPr txBox="1"/>
          <p:nvPr/>
        </p:nvSpPr>
        <p:spPr>
          <a:xfrm>
            <a:off x="4648199" y="2691580"/>
            <a:ext cx="1191208" cy="523220"/>
          </a:xfrm>
          <a:prstGeom prst="rect">
            <a:avLst/>
          </a:prstGeom>
          <a:noFill/>
        </p:spPr>
        <p:txBody>
          <a:bodyPr wrap="square" rtlCol="0">
            <a:spAutoFit/>
          </a:bodyPr>
          <a:lstStyle/>
          <a:p>
            <a:pPr algn="ctr" rtl="1"/>
            <a:r>
              <a:rPr lang="fa-IR" sz="1400" dirty="0">
                <a:solidFill>
                  <a:schemeClr val="tx2">
                    <a:lumMod val="40000"/>
                    <a:lumOff val="60000"/>
                  </a:schemeClr>
                </a:solidFill>
                <a:cs typeface="B Morvarid" panose="00000400000000000000" pitchFamily="2" charset="-78"/>
              </a:rPr>
              <a:t>عددی تصادفی بین </a:t>
            </a:r>
            <a:r>
              <a:rPr lang="en-US" sz="1400" dirty="0">
                <a:solidFill>
                  <a:schemeClr val="tx2">
                    <a:lumMod val="40000"/>
                    <a:lumOff val="60000"/>
                  </a:schemeClr>
                </a:solidFill>
                <a:cs typeface="B Morvarid" panose="00000400000000000000" pitchFamily="2" charset="-78"/>
              </a:rPr>
              <a:t>[-1,+1]</a:t>
            </a:r>
          </a:p>
        </p:txBody>
      </p:sp>
      <p:cxnSp>
        <p:nvCxnSpPr>
          <p:cNvPr id="26" name="Connector: Curved 25">
            <a:extLst>
              <a:ext uri="{FF2B5EF4-FFF2-40B4-BE49-F238E27FC236}">
                <a16:creationId xmlns:a16="http://schemas.microsoft.com/office/drawing/2014/main" id="{60F2D247-1D4B-50F6-4AF1-2FAFDD56778C}"/>
              </a:ext>
            </a:extLst>
          </p:cNvPr>
          <p:cNvCxnSpPr>
            <a:cxnSpLocks/>
            <a:endCxn id="24" idx="2"/>
          </p:cNvCxnSpPr>
          <p:nvPr/>
        </p:nvCxnSpPr>
        <p:spPr>
          <a:xfrm rot="10800000">
            <a:off x="5243804" y="3214800"/>
            <a:ext cx="664723" cy="601420"/>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71B2A7BA-E5C5-2FD8-678B-FFB81535E9A9}"/>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6" name="Slide Number Placeholder 5">
            <a:extLst>
              <a:ext uri="{FF2B5EF4-FFF2-40B4-BE49-F238E27FC236}">
                <a16:creationId xmlns:a16="http://schemas.microsoft.com/office/drawing/2014/main" id="{737C10D5-A0FC-3C40-23FE-5471211B34CC}"/>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6</a:t>
            </a:fld>
            <a:endParaRPr lang="en-US" dirty="0">
              <a:cs typeface="B Morvarid" panose="00000400000000000000" pitchFamily="2" charset="-78"/>
            </a:endParaRPr>
          </a:p>
        </p:txBody>
      </p:sp>
      <p:pic>
        <p:nvPicPr>
          <p:cNvPr id="7" name="Picture 2" descr="Bee icon PNG and SVG Vector Free Download">
            <a:extLst>
              <a:ext uri="{FF2B5EF4-FFF2-40B4-BE49-F238E27FC236}">
                <a16:creationId xmlns:a16="http://schemas.microsoft.com/office/drawing/2014/main" id="{AF59639E-E4F8-B9F0-F110-93CF223A3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625409">
            <a:off x="368170" y="4669798"/>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756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کارگر(ادامه)</a:t>
            </a:r>
            <a:endParaRPr lang="en-US" dirty="0">
              <a:cs typeface="B Morvarid" panose="00000400000000000000" pitchFamily="2" charset="-78"/>
            </a:endParaRPr>
          </a:p>
        </p:txBody>
      </p:sp>
      <p:sp>
        <p:nvSpPr>
          <p:cNvPr id="5" name="Rectangle 4">
            <a:extLst>
              <a:ext uri="{FF2B5EF4-FFF2-40B4-BE49-F238E27FC236}">
                <a16:creationId xmlns:a16="http://schemas.microsoft.com/office/drawing/2014/main" id="{7E9FF5B0-E5D2-02F4-D743-44021AC993A9}"/>
              </a:ext>
            </a:extLst>
          </p:cNvPr>
          <p:cNvSpPr/>
          <p:nvPr/>
        </p:nvSpPr>
        <p:spPr>
          <a:xfrm>
            <a:off x="783771" y="2752531"/>
            <a:ext cx="10403633" cy="384421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B Morvarid" panose="00000400000000000000" pitchFamily="2" charset="-78"/>
            </a:endParaRPr>
          </a:p>
        </p:txBody>
      </p:sp>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6E2683A-7AC6-7980-3E07-35C2BD41825F}"/>
              </a:ext>
            </a:extLst>
          </p:cNvPr>
          <p:cNvSpPr txBox="1">
            <a:spLocks/>
          </p:cNvSpPr>
          <p:nvPr/>
        </p:nvSpPr>
        <p:spPr>
          <a:xfrm>
            <a:off x="1647532" y="5269105"/>
            <a:ext cx="8967885" cy="1156996"/>
          </a:xfrm>
          <a:prstGeom prst="rect">
            <a:avLst/>
          </a:prstGeom>
        </p:spPr>
        <p:txBody>
          <a:bodyPr vert="horz" lIns="91440" tIns="45720" rIns="91440" bIns="45720" rtlCol="0"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rtl="1"/>
            <a:r>
              <a:rPr lang="fa-IR" sz="1400" dirty="0">
                <a:solidFill>
                  <a:schemeClr val="accent6">
                    <a:lumMod val="50000"/>
                  </a:schemeClr>
                </a:solidFill>
                <a:cs typeface="B Morvarid" panose="00000400000000000000" pitchFamily="2" charset="-78"/>
              </a:rPr>
              <a:t>اگر موقعیت جدید (منطقه غذایی جدید) کیفیت بهتری (شهد بیشتری) داشت، زنبور در منطقه جدید باقی می‌ماند وگرنه به منطقه قبلی خود باز می‌گردد و </a:t>
            </a:r>
            <a:r>
              <a:rPr lang="fa-IR" sz="1400" dirty="0">
                <a:solidFill>
                  <a:srgbClr val="C00000"/>
                </a:solidFill>
                <a:cs typeface="B Morvarid" panose="00000400000000000000" pitchFamily="2" charset="-78"/>
              </a:rPr>
              <a:t>یک واحد به شاخص محاکمه این زنبور اضافه می‌شود.</a:t>
            </a:r>
          </a:p>
        </p:txBody>
      </p:sp>
      <p:pic>
        <p:nvPicPr>
          <p:cNvPr id="13" name="Picture 2" descr="flying bee animated gif - Clip Art Library">
            <a:extLst>
              <a:ext uri="{FF2B5EF4-FFF2-40B4-BE49-F238E27FC236}">
                <a16:creationId xmlns:a16="http://schemas.microsoft.com/office/drawing/2014/main" id="{BA78057B-5506-2DB4-0BFA-79A938FCF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custGeom>
            <a:avLst/>
            <a:gdLst>
              <a:gd name="connsiteX0" fmla="*/ 0 w 1502231"/>
              <a:gd name="connsiteY0" fmla="*/ 0 h 1502231"/>
              <a:gd name="connsiteX1" fmla="*/ 455677 w 1502231"/>
              <a:gd name="connsiteY1" fmla="*/ 0 h 1502231"/>
              <a:gd name="connsiteX2" fmla="*/ 926376 w 1502231"/>
              <a:gd name="connsiteY2" fmla="*/ 0 h 1502231"/>
              <a:gd name="connsiteX3" fmla="*/ 1502231 w 1502231"/>
              <a:gd name="connsiteY3" fmla="*/ 0 h 1502231"/>
              <a:gd name="connsiteX4" fmla="*/ 1502231 w 1502231"/>
              <a:gd name="connsiteY4" fmla="*/ 455677 h 1502231"/>
              <a:gd name="connsiteX5" fmla="*/ 1502231 w 1502231"/>
              <a:gd name="connsiteY5" fmla="*/ 971443 h 1502231"/>
              <a:gd name="connsiteX6" fmla="*/ 1502231 w 1502231"/>
              <a:gd name="connsiteY6" fmla="*/ 1502231 h 1502231"/>
              <a:gd name="connsiteX7" fmla="*/ 1031532 w 1502231"/>
              <a:gd name="connsiteY7" fmla="*/ 1502231 h 1502231"/>
              <a:gd name="connsiteX8" fmla="*/ 575855 w 1502231"/>
              <a:gd name="connsiteY8" fmla="*/ 1502231 h 1502231"/>
              <a:gd name="connsiteX9" fmla="*/ 0 w 1502231"/>
              <a:gd name="connsiteY9" fmla="*/ 1502231 h 1502231"/>
              <a:gd name="connsiteX10" fmla="*/ 0 w 1502231"/>
              <a:gd name="connsiteY10" fmla="*/ 1016510 h 1502231"/>
              <a:gd name="connsiteX11" fmla="*/ 0 w 1502231"/>
              <a:gd name="connsiteY11" fmla="*/ 485721 h 1502231"/>
              <a:gd name="connsiteX12" fmla="*/ 0 w 1502231"/>
              <a:gd name="connsiteY12" fmla="*/ 0 h 1502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2231" h="1502231" extrusionOk="0">
                <a:moveTo>
                  <a:pt x="0" y="0"/>
                </a:moveTo>
                <a:cubicBezTo>
                  <a:pt x="110442" y="-7899"/>
                  <a:pt x="266346" y="-17667"/>
                  <a:pt x="455677" y="0"/>
                </a:cubicBezTo>
                <a:cubicBezTo>
                  <a:pt x="645008" y="17667"/>
                  <a:pt x="782592" y="21211"/>
                  <a:pt x="926376" y="0"/>
                </a:cubicBezTo>
                <a:cubicBezTo>
                  <a:pt x="1070160" y="-21211"/>
                  <a:pt x="1341365" y="6742"/>
                  <a:pt x="1502231" y="0"/>
                </a:cubicBezTo>
                <a:cubicBezTo>
                  <a:pt x="1524576" y="176011"/>
                  <a:pt x="1499254" y="274053"/>
                  <a:pt x="1502231" y="455677"/>
                </a:cubicBezTo>
                <a:cubicBezTo>
                  <a:pt x="1505208" y="637301"/>
                  <a:pt x="1502864" y="815747"/>
                  <a:pt x="1502231" y="971443"/>
                </a:cubicBezTo>
                <a:cubicBezTo>
                  <a:pt x="1501598" y="1127139"/>
                  <a:pt x="1481105" y="1287686"/>
                  <a:pt x="1502231" y="1502231"/>
                </a:cubicBezTo>
                <a:cubicBezTo>
                  <a:pt x="1382047" y="1485123"/>
                  <a:pt x="1130999" y="1505022"/>
                  <a:pt x="1031532" y="1502231"/>
                </a:cubicBezTo>
                <a:cubicBezTo>
                  <a:pt x="932065" y="1499440"/>
                  <a:pt x="747917" y="1509080"/>
                  <a:pt x="575855" y="1502231"/>
                </a:cubicBezTo>
                <a:cubicBezTo>
                  <a:pt x="403793" y="1495382"/>
                  <a:pt x="136759" y="1511760"/>
                  <a:pt x="0" y="1502231"/>
                </a:cubicBezTo>
                <a:cubicBezTo>
                  <a:pt x="-6474" y="1318181"/>
                  <a:pt x="-19341" y="1246502"/>
                  <a:pt x="0" y="1016510"/>
                </a:cubicBezTo>
                <a:cubicBezTo>
                  <a:pt x="19341" y="786518"/>
                  <a:pt x="8208" y="652142"/>
                  <a:pt x="0" y="485721"/>
                </a:cubicBezTo>
                <a:cubicBezTo>
                  <a:pt x="-8208" y="319300"/>
                  <a:pt x="-8774" y="113075"/>
                  <a:pt x="0" y="0"/>
                </a:cubicBezTo>
                <a:close/>
              </a:path>
            </a:pathLst>
          </a:custGeom>
          <a:noFill/>
          <a:ln w="57150">
            <a:solidFill>
              <a:schemeClr val="accent6"/>
            </a:solidFill>
            <a:extLst>
              <a:ext uri="{C807C97D-BFC1-408E-A445-0C87EB9F89A2}">
                <ask:lineSketchStyleProps xmlns:ask="http://schemas.microsoft.com/office/drawing/2018/sketchyshapes" sd="232880838">
                  <a:prstGeom prst="rect">
                    <a:avLst/>
                  </a:prstGeom>
                  <ask:type>
                    <ask:lineSketchFreehand/>
                  </ask:type>
                </ask:lineSketchStyleProps>
              </a:ext>
            </a:extLst>
          </a:ln>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A3CCD9E-EDCD-A884-1213-F01A522981C2}"/>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6" name="Slide Number Placeholder 5">
            <a:extLst>
              <a:ext uri="{FF2B5EF4-FFF2-40B4-BE49-F238E27FC236}">
                <a16:creationId xmlns:a16="http://schemas.microsoft.com/office/drawing/2014/main" id="{FE2650C8-00B3-B0D8-A2AA-D448BE081E8C}"/>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7</a:t>
            </a:fld>
            <a:endParaRPr lang="en-US" dirty="0">
              <a:cs typeface="B Morvarid" panose="00000400000000000000" pitchFamily="2" charset="-78"/>
            </a:endParaRPr>
          </a:p>
        </p:txBody>
      </p:sp>
      <p:sp>
        <p:nvSpPr>
          <p:cNvPr id="9" name="TextBox 8">
            <a:extLst>
              <a:ext uri="{FF2B5EF4-FFF2-40B4-BE49-F238E27FC236}">
                <a16:creationId xmlns:a16="http://schemas.microsoft.com/office/drawing/2014/main" id="{99370CC7-6D2F-751F-ABC3-06387C63B67C}"/>
              </a:ext>
            </a:extLst>
          </p:cNvPr>
          <p:cNvSpPr txBox="1"/>
          <p:nvPr/>
        </p:nvSpPr>
        <p:spPr>
          <a:xfrm>
            <a:off x="10030407" y="1914339"/>
            <a:ext cx="1467239" cy="369332"/>
          </a:xfrm>
          <a:prstGeom prst="rect">
            <a:avLst/>
          </a:prstGeom>
          <a:noFill/>
        </p:spPr>
        <p:txBody>
          <a:bodyPr wrap="square">
            <a:spAutoFit/>
          </a:bodyPr>
          <a:lstStyle/>
          <a:p>
            <a:pPr algn="r" rtl="1"/>
            <a:r>
              <a:rPr lang="fa-IR" sz="1800" b="1" dirty="0">
                <a:solidFill>
                  <a:schemeClr val="accent3">
                    <a:lumMod val="75000"/>
                  </a:schemeClr>
                </a:solidFill>
                <a:cs typeface="B Morvarid" panose="00000400000000000000" pitchFamily="2" charset="-78"/>
              </a:rPr>
              <a:t>گام سوم : </a:t>
            </a:r>
            <a:endParaRPr lang="en-US" dirty="0">
              <a:cs typeface="B Morvarid" panose="00000400000000000000" pitchFamily="2" charset="-78"/>
            </a:endParaRPr>
          </a:p>
        </p:txBody>
      </p:sp>
    </p:spTree>
    <p:extLst>
      <p:ext uri="{BB962C8B-B14F-4D97-AF65-F5344CB8AC3E}">
        <p14:creationId xmlns:p14="http://schemas.microsoft.com/office/powerpoint/2010/main" val="386550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143 0.00324 L 0.00143 0.00324 C 0.00416 0.00463 0.00716 0.00532 0.00976 0.00741 C 0.08541 0.06505 0.15703 0.14329 0.23632 0.18287 L 0.2746 0.20185 C 0.2776 0.20324 0.28697 0.20602 0.28385 0.20602 C 0.27942 0.20602 0.27513 0.2037 0.27083 0.20185 C 0.2677 0.20046 0.26158 0.1963 0.26158 0.1963 C 0.25963 0.1912 0.26093 0.19236 0.25781 0.19236 L 0.25781 0.19236 L 0.2746 0.10255 L 0.01588 -0.03611 " pathEditMode="relative" ptsTypes="AAAAAAAAAAAA">
                                      <p:cBhvr>
                                        <p:cTn id="6" dur="45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کارگر(ادامه)</a:t>
            </a:r>
            <a:endParaRPr lang="en-US" dirty="0">
              <a:cs typeface="B Morvarid" panose="00000400000000000000" pitchFamily="2" charset="-78"/>
            </a:endParaRPr>
          </a:p>
        </p:txBody>
      </p:sp>
      <p:sp>
        <p:nvSpPr>
          <p:cNvPr id="4" name="Content Placeholder 2">
            <a:extLst>
              <a:ext uri="{FF2B5EF4-FFF2-40B4-BE49-F238E27FC236}">
                <a16:creationId xmlns:a16="http://schemas.microsoft.com/office/drawing/2014/main" id="{7728411C-5570-EBE4-7B40-E44EF8B4F580}"/>
              </a:ext>
            </a:extLst>
          </p:cNvPr>
          <p:cNvSpPr>
            <a:spLocks noGrp="1"/>
          </p:cNvSpPr>
          <p:nvPr>
            <p:ph idx="1"/>
          </p:nvPr>
        </p:nvSpPr>
        <p:spPr>
          <a:xfrm>
            <a:off x="581025" y="2181225"/>
            <a:ext cx="11029950" cy="3678238"/>
          </a:xfrm>
        </p:spPr>
        <p:txBody>
          <a:bodyPr anchor="ctr">
            <a:normAutofit/>
          </a:bodyPr>
          <a:lstStyle/>
          <a:p>
            <a:pPr algn="r" rtl="1"/>
            <a:r>
              <a:rPr lang="fa-IR" b="1" dirty="0">
                <a:solidFill>
                  <a:srgbClr val="C00000"/>
                </a:solidFill>
                <a:cs typeface="B Morvarid" panose="00000400000000000000" pitchFamily="2" charset="-78"/>
              </a:rPr>
              <a:t> شاخص محاکمه</a:t>
            </a:r>
          </a:p>
          <a:p>
            <a:pPr marL="0" indent="0" algn="r" rtl="1">
              <a:buNone/>
            </a:pPr>
            <a:r>
              <a:rPr lang="fa-IR" sz="1400" dirty="0">
                <a:solidFill>
                  <a:schemeClr val="accent1"/>
                </a:solidFill>
                <a:cs typeface="B Morvarid" panose="00000400000000000000" pitchFamily="2" charset="-78"/>
              </a:rPr>
              <a:t>این شاخص </a:t>
            </a:r>
            <a:r>
              <a:rPr lang="fa-IR" sz="1400" dirty="0" err="1">
                <a:solidFill>
                  <a:schemeClr val="accent1"/>
                </a:solidFill>
                <a:cs typeface="B Morvarid" panose="00000400000000000000" pitchFamily="2" charset="-78"/>
              </a:rPr>
              <a:t>شمارنده</a:t>
            </a:r>
            <a:r>
              <a:rPr lang="fa-IR" sz="1400" dirty="0">
                <a:solidFill>
                  <a:schemeClr val="accent1"/>
                </a:solidFill>
                <a:cs typeface="B Morvarid" panose="00000400000000000000" pitchFamily="2" charset="-78"/>
              </a:rPr>
              <a:t> تعداد دفعات </a:t>
            </a:r>
            <a:r>
              <a:rPr lang="fa-IR" sz="1400" b="1" dirty="0">
                <a:solidFill>
                  <a:schemeClr val="accent3">
                    <a:lumMod val="75000"/>
                  </a:schemeClr>
                </a:solidFill>
                <a:cs typeface="B Morvarid" panose="00000400000000000000" pitchFamily="2" charset="-78"/>
              </a:rPr>
              <a:t>متوالی</a:t>
            </a:r>
            <a:r>
              <a:rPr lang="fa-IR" sz="1400" dirty="0">
                <a:solidFill>
                  <a:schemeClr val="accent1"/>
                </a:solidFill>
                <a:cs typeface="B Morvarid" panose="00000400000000000000" pitchFamily="2" charset="-78"/>
              </a:rPr>
              <a:t> حرکت زنبور با </a:t>
            </a:r>
            <a:r>
              <a:rPr lang="fa-IR" sz="1400" b="1" dirty="0">
                <a:solidFill>
                  <a:schemeClr val="accent3">
                    <a:lumMod val="75000"/>
                  </a:schemeClr>
                </a:solidFill>
                <a:cs typeface="B Morvarid" panose="00000400000000000000" pitchFamily="2" charset="-78"/>
              </a:rPr>
              <a:t>عدم بهبود </a:t>
            </a:r>
            <a:r>
              <a:rPr lang="fa-IR" sz="1400" dirty="0">
                <a:solidFill>
                  <a:schemeClr val="accent1"/>
                </a:solidFill>
                <a:cs typeface="B Morvarid" panose="00000400000000000000" pitchFamily="2" charset="-78"/>
              </a:rPr>
              <a:t>است.</a:t>
            </a:r>
          </a:p>
          <a:p>
            <a:pPr marL="0" indent="0" algn="r" rtl="1">
              <a:buNone/>
            </a:pPr>
            <a:r>
              <a:rPr lang="fa-IR" sz="1400" dirty="0">
                <a:solidFill>
                  <a:schemeClr val="accent1"/>
                </a:solidFill>
                <a:cs typeface="B Morvarid" panose="00000400000000000000" pitchFamily="2" charset="-78"/>
              </a:rPr>
              <a:t>اگر زنبوری مقدار شاخص </a:t>
            </a:r>
            <a:r>
              <a:rPr lang="fa-IR" sz="1400" dirty="0" err="1">
                <a:solidFill>
                  <a:schemeClr val="accent1"/>
                </a:solidFill>
                <a:cs typeface="B Morvarid" panose="00000400000000000000" pitchFamily="2" charset="-78"/>
              </a:rPr>
              <a:t>محاکمه‌اش</a:t>
            </a:r>
            <a:r>
              <a:rPr lang="fa-IR" sz="1400" dirty="0">
                <a:solidFill>
                  <a:schemeClr val="accent1"/>
                </a:solidFill>
                <a:cs typeface="B Morvarid" panose="00000400000000000000" pitchFamily="2" charset="-78"/>
              </a:rPr>
              <a:t> بیش از حد معین شده شود، به این معنی است که آن منطقه غذایی دیگر شهدی ندارد و آن منطقه را باید ترک کند.</a:t>
            </a:r>
          </a:p>
        </p:txBody>
      </p:sp>
      <p:sp>
        <p:nvSpPr>
          <p:cNvPr id="3" name="Footer Placeholder 2">
            <a:extLst>
              <a:ext uri="{FF2B5EF4-FFF2-40B4-BE49-F238E27FC236}">
                <a16:creationId xmlns:a16="http://schemas.microsoft.com/office/drawing/2014/main" id="{04A72303-53FB-35C7-5E3E-8B5369D24FA5}"/>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5" name="Slide Number Placeholder 4">
            <a:extLst>
              <a:ext uri="{FF2B5EF4-FFF2-40B4-BE49-F238E27FC236}">
                <a16:creationId xmlns:a16="http://schemas.microsoft.com/office/drawing/2014/main" id="{65F85429-E736-C730-628F-1B6E8AC1CA86}"/>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8</a:t>
            </a:fld>
            <a:endParaRPr lang="en-US" dirty="0">
              <a:cs typeface="B Morvarid" panose="00000400000000000000" pitchFamily="2" charset="-78"/>
            </a:endParaRPr>
          </a:p>
        </p:txBody>
      </p:sp>
      <p:pic>
        <p:nvPicPr>
          <p:cNvPr id="6" name="Picture 2" descr="Bee icon PNG and SVG Vector Free Download">
            <a:extLst>
              <a:ext uri="{FF2B5EF4-FFF2-40B4-BE49-F238E27FC236}">
                <a16:creationId xmlns:a16="http://schemas.microsoft.com/office/drawing/2014/main" id="{46AC172F-20ED-1809-9F1C-DA05DE16C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679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نگهبان</a:t>
            </a:r>
            <a:endParaRPr lang="en-US" dirty="0">
              <a:cs typeface="B Morvarid" panose="00000400000000000000" pitchFamily="2" charset="-78"/>
            </a:endParaRPr>
          </a:p>
        </p:txBody>
      </p:sp>
      <p:sp>
        <p:nvSpPr>
          <p:cNvPr id="5" name="Rectangle 4">
            <a:extLst>
              <a:ext uri="{FF2B5EF4-FFF2-40B4-BE49-F238E27FC236}">
                <a16:creationId xmlns:a16="http://schemas.microsoft.com/office/drawing/2014/main" id="{7E9FF5B0-E5D2-02F4-D743-44021AC993A9}"/>
              </a:ext>
            </a:extLst>
          </p:cNvPr>
          <p:cNvSpPr/>
          <p:nvPr/>
        </p:nvSpPr>
        <p:spPr>
          <a:xfrm>
            <a:off x="783771" y="2752531"/>
            <a:ext cx="10403633" cy="384421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flying bee animated gif - Clip Art Library">
            <a:extLst>
              <a:ext uri="{FF2B5EF4-FFF2-40B4-BE49-F238E27FC236}">
                <a16:creationId xmlns:a16="http://schemas.microsoft.com/office/drawing/2014/main" id="{0B839217-CAB3-3465-4933-CD90E49B0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custGeom>
            <a:avLst/>
            <a:gdLst>
              <a:gd name="connsiteX0" fmla="*/ 0 w 1502231"/>
              <a:gd name="connsiteY0" fmla="*/ 0 h 1502231"/>
              <a:gd name="connsiteX1" fmla="*/ 455677 w 1502231"/>
              <a:gd name="connsiteY1" fmla="*/ 0 h 1502231"/>
              <a:gd name="connsiteX2" fmla="*/ 926376 w 1502231"/>
              <a:gd name="connsiteY2" fmla="*/ 0 h 1502231"/>
              <a:gd name="connsiteX3" fmla="*/ 1502231 w 1502231"/>
              <a:gd name="connsiteY3" fmla="*/ 0 h 1502231"/>
              <a:gd name="connsiteX4" fmla="*/ 1502231 w 1502231"/>
              <a:gd name="connsiteY4" fmla="*/ 455677 h 1502231"/>
              <a:gd name="connsiteX5" fmla="*/ 1502231 w 1502231"/>
              <a:gd name="connsiteY5" fmla="*/ 971443 h 1502231"/>
              <a:gd name="connsiteX6" fmla="*/ 1502231 w 1502231"/>
              <a:gd name="connsiteY6" fmla="*/ 1502231 h 1502231"/>
              <a:gd name="connsiteX7" fmla="*/ 1031532 w 1502231"/>
              <a:gd name="connsiteY7" fmla="*/ 1502231 h 1502231"/>
              <a:gd name="connsiteX8" fmla="*/ 575855 w 1502231"/>
              <a:gd name="connsiteY8" fmla="*/ 1502231 h 1502231"/>
              <a:gd name="connsiteX9" fmla="*/ 0 w 1502231"/>
              <a:gd name="connsiteY9" fmla="*/ 1502231 h 1502231"/>
              <a:gd name="connsiteX10" fmla="*/ 0 w 1502231"/>
              <a:gd name="connsiteY10" fmla="*/ 1016510 h 1502231"/>
              <a:gd name="connsiteX11" fmla="*/ 0 w 1502231"/>
              <a:gd name="connsiteY11" fmla="*/ 485721 h 1502231"/>
              <a:gd name="connsiteX12" fmla="*/ 0 w 1502231"/>
              <a:gd name="connsiteY12" fmla="*/ 0 h 1502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2231" h="1502231" extrusionOk="0">
                <a:moveTo>
                  <a:pt x="0" y="0"/>
                </a:moveTo>
                <a:cubicBezTo>
                  <a:pt x="110442" y="-7899"/>
                  <a:pt x="266346" y="-17667"/>
                  <a:pt x="455677" y="0"/>
                </a:cubicBezTo>
                <a:cubicBezTo>
                  <a:pt x="645008" y="17667"/>
                  <a:pt x="782592" y="21211"/>
                  <a:pt x="926376" y="0"/>
                </a:cubicBezTo>
                <a:cubicBezTo>
                  <a:pt x="1070160" y="-21211"/>
                  <a:pt x="1341365" y="6742"/>
                  <a:pt x="1502231" y="0"/>
                </a:cubicBezTo>
                <a:cubicBezTo>
                  <a:pt x="1524576" y="176011"/>
                  <a:pt x="1499254" y="274053"/>
                  <a:pt x="1502231" y="455677"/>
                </a:cubicBezTo>
                <a:cubicBezTo>
                  <a:pt x="1505208" y="637301"/>
                  <a:pt x="1502864" y="815747"/>
                  <a:pt x="1502231" y="971443"/>
                </a:cubicBezTo>
                <a:cubicBezTo>
                  <a:pt x="1501598" y="1127139"/>
                  <a:pt x="1481105" y="1287686"/>
                  <a:pt x="1502231" y="1502231"/>
                </a:cubicBezTo>
                <a:cubicBezTo>
                  <a:pt x="1382047" y="1485123"/>
                  <a:pt x="1130999" y="1505022"/>
                  <a:pt x="1031532" y="1502231"/>
                </a:cubicBezTo>
                <a:cubicBezTo>
                  <a:pt x="932065" y="1499440"/>
                  <a:pt x="747917" y="1509080"/>
                  <a:pt x="575855" y="1502231"/>
                </a:cubicBezTo>
                <a:cubicBezTo>
                  <a:pt x="403793" y="1495382"/>
                  <a:pt x="136759" y="1511760"/>
                  <a:pt x="0" y="1502231"/>
                </a:cubicBezTo>
                <a:cubicBezTo>
                  <a:pt x="-6474" y="1318181"/>
                  <a:pt x="-19341" y="1246502"/>
                  <a:pt x="0" y="1016510"/>
                </a:cubicBezTo>
                <a:cubicBezTo>
                  <a:pt x="19341" y="786518"/>
                  <a:pt x="8208" y="652142"/>
                  <a:pt x="0" y="485721"/>
                </a:cubicBezTo>
                <a:cubicBezTo>
                  <a:pt x="-8208" y="319300"/>
                  <a:pt x="-8774" y="113075"/>
                  <a:pt x="0" y="0"/>
                </a:cubicBezTo>
                <a:close/>
              </a:path>
            </a:pathLst>
          </a:custGeom>
          <a:noFill/>
          <a:ln w="57150">
            <a:noFill/>
            <a:extLst>
              <a:ext uri="{C807C97D-BFC1-408E-A445-0C87EB9F89A2}">
                <ask:lineSketchStyleProps xmlns:ask="http://schemas.microsoft.com/office/drawing/2018/sketchyshapes" sd="232880838">
                  <a:prstGeom prst="rect">
                    <a:avLst/>
                  </a:prstGeom>
                  <ask:type>
                    <ask:lineSketchFreehand/>
                  </ask:type>
                </ask:lineSketchStyleProps>
              </a:ext>
            </a:extLst>
          </a:ln>
          <a:extLst>
            <a:ext uri="{909E8E84-426E-40DD-AFC4-6F175D3DCCD1}">
              <a14:hiddenFill xmlns:a14="http://schemas.microsoft.com/office/drawing/2010/main">
                <a:solidFill>
                  <a:srgbClr val="FFFFFF"/>
                </a:solidFill>
              </a14:hiddenFill>
            </a:ext>
          </a:extLst>
        </p:spPr>
      </p:pic>
      <p:pic>
        <p:nvPicPr>
          <p:cNvPr id="7" name="Picture 2" descr="flying bee animated gif - Clip Art Library">
            <a:extLst>
              <a:ext uri="{FF2B5EF4-FFF2-40B4-BE49-F238E27FC236}">
                <a16:creationId xmlns:a16="http://schemas.microsoft.com/office/drawing/2014/main" id="{057B8C58-55A2-4095-7FF2-55CC4D22F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5" y="51083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9" name="Picture 2" descr="flying bee animated gif - Clip Art Library">
            <a:extLst>
              <a:ext uri="{FF2B5EF4-FFF2-40B4-BE49-F238E27FC236}">
                <a16:creationId xmlns:a16="http://schemas.microsoft.com/office/drawing/2014/main" id="{F6003240-8FE6-B51B-5C53-06D7FEA9E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4711" y="2598571"/>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lying bee animated gif - Clip Art Library">
            <a:extLst>
              <a:ext uri="{FF2B5EF4-FFF2-40B4-BE49-F238E27FC236}">
                <a16:creationId xmlns:a16="http://schemas.microsoft.com/office/drawing/2014/main" id="{11F48E9D-47AA-9C55-D97E-648EF16C2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9438" y="5094512"/>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пчела,bee - Free animated GIF - PicMix">
            <a:extLst>
              <a:ext uri="{FF2B5EF4-FFF2-40B4-BE49-F238E27FC236}">
                <a16:creationId xmlns:a16="http://schemas.microsoft.com/office/drawing/2014/main" id="{A1EFB433-AB74-C06B-F283-856BF37B1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6016" y="1845999"/>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пчела,bee - Free animated GIF - PicMix">
            <a:extLst>
              <a:ext uri="{FF2B5EF4-FFF2-40B4-BE49-F238E27FC236}">
                <a16:creationId xmlns:a16="http://schemas.microsoft.com/office/drawing/2014/main" id="{DD627A3A-19B5-F3D3-9C32-39E576E5D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752" y="1846876"/>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пчела,bee - Free animated GIF - PicMix">
            <a:extLst>
              <a:ext uri="{FF2B5EF4-FFF2-40B4-BE49-F238E27FC236}">
                <a16:creationId xmlns:a16="http://schemas.microsoft.com/office/drawing/2014/main" id="{60C4464C-F4E5-E460-48EF-12B7015F3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471" y="1845998"/>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пчела,bee - Free animated GIF - PicMix">
            <a:extLst>
              <a:ext uri="{FF2B5EF4-FFF2-40B4-BE49-F238E27FC236}">
                <a16:creationId xmlns:a16="http://schemas.microsoft.com/office/drawing/2014/main" id="{759D8C3D-4BDF-7090-0AD1-7A88B2365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2474" y="1845998"/>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пчела,bee - Free animated GIF - PicMix">
            <a:extLst>
              <a:ext uri="{FF2B5EF4-FFF2-40B4-BE49-F238E27FC236}">
                <a16:creationId xmlns:a16="http://schemas.microsoft.com/office/drawing/2014/main" id="{A76B72DD-C60D-8967-2A3E-061EF1789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7210" y="1871520"/>
            <a:ext cx="951140" cy="88320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4087B3C9-3CAB-C13D-8E80-962B208549AF}"/>
              </a:ext>
            </a:extLst>
          </p:cNvPr>
          <p:cNvSpPr>
            <a:spLocks noGrp="1"/>
          </p:cNvSpPr>
          <p:nvPr>
            <p:ph type="ftr" sz="quarter" idx="11"/>
          </p:nvPr>
        </p:nvSpPr>
        <p:spPr/>
        <p:txBody>
          <a:bodyPr/>
          <a:lstStyle/>
          <a:p>
            <a:r>
              <a:rPr lang="en-US"/>
              <a:t>F.Molaei Jahromi</a:t>
            </a:r>
            <a:endParaRPr lang="en-US" dirty="0"/>
          </a:p>
        </p:txBody>
      </p:sp>
      <p:sp>
        <p:nvSpPr>
          <p:cNvPr id="4" name="Slide Number Placeholder 3">
            <a:extLst>
              <a:ext uri="{FF2B5EF4-FFF2-40B4-BE49-F238E27FC236}">
                <a16:creationId xmlns:a16="http://schemas.microsoft.com/office/drawing/2014/main" id="{3E83A9A5-8EB5-5BA4-2E4F-981DE7690C3A}"/>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22394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نگهبان(ادامه)</a:t>
            </a:r>
            <a:endParaRPr lang="en-US" dirty="0">
              <a:cs typeface="B Morvarid" panose="00000400000000000000" pitchFamily="2" charset="-78"/>
            </a:endParaRPr>
          </a:p>
        </p:txBody>
      </p:sp>
      <p:sp>
        <p:nvSpPr>
          <p:cNvPr id="5" name="Rectangle 4">
            <a:extLst>
              <a:ext uri="{FF2B5EF4-FFF2-40B4-BE49-F238E27FC236}">
                <a16:creationId xmlns:a16="http://schemas.microsoft.com/office/drawing/2014/main" id="{7E9FF5B0-E5D2-02F4-D743-44021AC993A9}"/>
              </a:ext>
            </a:extLst>
          </p:cNvPr>
          <p:cNvSpPr/>
          <p:nvPr/>
        </p:nvSpPr>
        <p:spPr>
          <a:xfrm>
            <a:off x="783771" y="2752531"/>
            <a:ext cx="10403633" cy="384421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B Morvarid" panose="00000400000000000000" pitchFamily="2" charset="-78"/>
            </a:endParaRPr>
          </a:p>
        </p:txBody>
      </p:sp>
      <p:pic>
        <p:nvPicPr>
          <p:cNvPr id="6" name="Picture 2" descr="flying bee animated gif - Clip Art Library">
            <a:extLst>
              <a:ext uri="{FF2B5EF4-FFF2-40B4-BE49-F238E27FC236}">
                <a16:creationId xmlns:a16="http://schemas.microsoft.com/office/drawing/2014/main" id="{0B839217-CAB3-3465-4933-CD90E49B0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custGeom>
            <a:avLst/>
            <a:gdLst>
              <a:gd name="connsiteX0" fmla="*/ 0 w 1502231"/>
              <a:gd name="connsiteY0" fmla="*/ 0 h 1502231"/>
              <a:gd name="connsiteX1" fmla="*/ 455677 w 1502231"/>
              <a:gd name="connsiteY1" fmla="*/ 0 h 1502231"/>
              <a:gd name="connsiteX2" fmla="*/ 926376 w 1502231"/>
              <a:gd name="connsiteY2" fmla="*/ 0 h 1502231"/>
              <a:gd name="connsiteX3" fmla="*/ 1502231 w 1502231"/>
              <a:gd name="connsiteY3" fmla="*/ 0 h 1502231"/>
              <a:gd name="connsiteX4" fmla="*/ 1502231 w 1502231"/>
              <a:gd name="connsiteY4" fmla="*/ 455677 h 1502231"/>
              <a:gd name="connsiteX5" fmla="*/ 1502231 w 1502231"/>
              <a:gd name="connsiteY5" fmla="*/ 971443 h 1502231"/>
              <a:gd name="connsiteX6" fmla="*/ 1502231 w 1502231"/>
              <a:gd name="connsiteY6" fmla="*/ 1502231 h 1502231"/>
              <a:gd name="connsiteX7" fmla="*/ 1031532 w 1502231"/>
              <a:gd name="connsiteY7" fmla="*/ 1502231 h 1502231"/>
              <a:gd name="connsiteX8" fmla="*/ 575855 w 1502231"/>
              <a:gd name="connsiteY8" fmla="*/ 1502231 h 1502231"/>
              <a:gd name="connsiteX9" fmla="*/ 0 w 1502231"/>
              <a:gd name="connsiteY9" fmla="*/ 1502231 h 1502231"/>
              <a:gd name="connsiteX10" fmla="*/ 0 w 1502231"/>
              <a:gd name="connsiteY10" fmla="*/ 1016510 h 1502231"/>
              <a:gd name="connsiteX11" fmla="*/ 0 w 1502231"/>
              <a:gd name="connsiteY11" fmla="*/ 485721 h 1502231"/>
              <a:gd name="connsiteX12" fmla="*/ 0 w 1502231"/>
              <a:gd name="connsiteY12" fmla="*/ 0 h 1502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2231" h="1502231" extrusionOk="0">
                <a:moveTo>
                  <a:pt x="0" y="0"/>
                </a:moveTo>
                <a:cubicBezTo>
                  <a:pt x="110442" y="-7899"/>
                  <a:pt x="266346" y="-17667"/>
                  <a:pt x="455677" y="0"/>
                </a:cubicBezTo>
                <a:cubicBezTo>
                  <a:pt x="645008" y="17667"/>
                  <a:pt x="782592" y="21211"/>
                  <a:pt x="926376" y="0"/>
                </a:cubicBezTo>
                <a:cubicBezTo>
                  <a:pt x="1070160" y="-21211"/>
                  <a:pt x="1341365" y="6742"/>
                  <a:pt x="1502231" y="0"/>
                </a:cubicBezTo>
                <a:cubicBezTo>
                  <a:pt x="1524576" y="176011"/>
                  <a:pt x="1499254" y="274053"/>
                  <a:pt x="1502231" y="455677"/>
                </a:cubicBezTo>
                <a:cubicBezTo>
                  <a:pt x="1505208" y="637301"/>
                  <a:pt x="1502864" y="815747"/>
                  <a:pt x="1502231" y="971443"/>
                </a:cubicBezTo>
                <a:cubicBezTo>
                  <a:pt x="1501598" y="1127139"/>
                  <a:pt x="1481105" y="1287686"/>
                  <a:pt x="1502231" y="1502231"/>
                </a:cubicBezTo>
                <a:cubicBezTo>
                  <a:pt x="1382047" y="1485123"/>
                  <a:pt x="1130999" y="1505022"/>
                  <a:pt x="1031532" y="1502231"/>
                </a:cubicBezTo>
                <a:cubicBezTo>
                  <a:pt x="932065" y="1499440"/>
                  <a:pt x="747917" y="1509080"/>
                  <a:pt x="575855" y="1502231"/>
                </a:cubicBezTo>
                <a:cubicBezTo>
                  <a:pt x="403793" y="1495382"/>
                  <a:pt x="136759" y="1511760"/>
                  <a:pt x="0" y="1502231"/>
                </a:cubicBezTo>
                <a:cubicBezTo>
                  <a:pt x="-6474" y="1318181"/>
                  <a:pt x="-19341" y="1246502"/>
                  <a:pt x="0" y="1016510"/>
                </a:cubicBezTo>
                <a:cubicBezTo>
                  <a:pt x="19341" y="786518"/>
                  <a:pt x="8208" y="652142"/>
                  <a:pt x="0" y="485721"/>
                </a:cubicBezTo>
                <a:cubicBezTo>
                  <a:pt x="-8208" y="319300"/>
                  <a:pt x="-8774" y="113075"/>
                  <a:pt x="0" y="0"/>
                </a:cubicBezTo>
                <a:close/>
              </a:path>
            </a:pathLst>
          </a:custGeom>
          <a:noFill/>
          <a:ln w="57150">
            <a:noFill/>
            <a:extLst>
              <a:ext uri="{C807C97D-BFC1-408E-A445-0C87EB9F89A2}">
                <ask:lineSketchStyleProps xmlns:ask="http://schemas.microsoft.com/office/drawing/2018/sketchyshapes" sd="232880838">
                  <a:prstGeom prst="rect">
                    <a:avLst/>
                  </a:prstGeom>
                  <ask:type>
                    <ask:lineSketchFreehand/>
                  </ask:type>
                </ask:lineSketchStyleProps>
              </a:ext>
            </a:extLst>
          </a:ln>
          <a:extLst>
            <a:ext uri="{909E8E84-426E-40DD-AFC4-6F175D3DCCD1}">
              <a14:hiddenFill xmlns:a14="http://schemas.microsoft.com/office/drawing/2010/main">
                <a:solidFill>
                  <a:srgbClr val="FFFFFF"/>
                </a:solidFill>
              </a14:hiddenFill>
            </a:ext>
          </a:extLst>
        </p:spPr>
      </p:pic>
      <p:pic>
        <p:nvPicPr>
          <p:cNvPr id="7" name="Picture 2" descr="flying bee animated gif - Clip Art Library">
            <a:extLst>
              <a:ext uri="{FF2B5EF4-FFF2-40B4-BE49-F238E27FC236}">
                <a16:creationId xmlns:a16="http://schemas.microsoft.com/office/drawing/2014/main" id="{057B8C58-55A2-4095-7FF2-55CC4D22F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5" y="51083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9" name="Picture 2" descr="flying bee animated gif - Clip Art Library">
            <a:extLst>
              <a:ext uri="{FF2B5EF4-FFF2-40B4-BE49-F238E27FC236}">
                <a16:creationId xmlns:a16="http://schemas.microsoft.com/office/drawing/2014/main" id="{F6003240-8FE6-B51B-5C53-06D7FEA9E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4711" y="2598571"/>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lying bee animated gif - Clip Art Library">
            <a:extLst>
              <a:ext uri="{FF2B5EF4-FFF2-40B4-BE49-F238E27FC236}">
                <a16:creationId xmlns:a16="http://schemas.microsoft.com/office/drawing/2014/main" id="{11F48E9D-47AA-9C55-D97E-648EF16C2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9438" y="5094512"/>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пчела,bee - Free animated GIF - PicMix">
            <a:extLst>
              <a:ext uri="{FF2B5EF4-FFF2-40B4-BE49-F238E27FC236}">
                <a16:creationId xmlns:a16="http://schemas.microsoft.com/office/drawing/2014/main" id="{A1EFB433-AB74-C06B-F283-856BF37B1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6016" y="1845999"/>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пчела,bee - Free animated GIF - PicMix">
            <a:extLst>
              <a:ext uri="{FF2B5EF4-FFF2-40B4-BE49-F238E27FC236}">
                <a16:creationId xmlns:a16="http://schemas.microsoft.com/office/drawing/2014/main" id="{DD627A3A-19B5-F3D3-9C32-39E576E5D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752" y="1846876"/>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пчела,bee - Free animated GIF - PicMix">
            <a:extLst>
              <a:ext uri="{FF2B5EF4-FFF2-40B4-BE49-F238E27FC236}">
                <a16:creationId xmlns:a16="http://schemas.microsoft.com/office/drawing/2014/main" id="{60C4464C-F4E5-E460-48EF-12B7015F3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471" y="1845998"/>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пчела,bee - Free animated GIF - PicMix">
            <a:extLst>
              <a:ext uri="{FF2B5EF4-FFF2-40B4-BE49-F238E27FC236}">
                <a16:creationId xmlns:a16="http://schemas.microsoft.com/office/drawing/2014/main" id="{759D8C3D-4BDF-7090-0AD1-7A88B2365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2474" y="1845998"/>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пчела,bee - Free animated GIF - PicMix">
            <a:extLst>
              <a:ext uri="{FF2B5EF4-FFF2-40B4-BE49-F238E27FC236}">
                <a16:creationId xmlns:a16="http://schemas.microsoft.com/office/drawing/2014/main" id="{A76B72DD-C60D-8967-2A3E-061EF1789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7210" y="1871520"/>
            <a:ext cx="951140" cy="883201"/>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2">
            <a:extLst>
              <a:ext uri="{FF2B5EF4-FFF2-40B4-BE49-F238E27FC236}">
                <a16:creationId xmlns:a16="http://schemas.microsoft.com/office/drawing/2014/main" id="{78B7A6AE-C143-DE7F-66BA-5F68BF3C1AE8}"/>
              </a:ext>
            </a:extLst>
          </p:cNvPr>
          <p:cNvSpPr>
            <a:spLocks noGrp="1"/>
          </p:cNvSpPr>
          <p:nvPr>
            <p:ph idx="1"/>
          </p:nvPr>
        </p:nvSpPr>
        <p:spPr>
          <a:xfrm>
            <a:off x="3001349" y="6310896"/>
            <a:ext cx="5320782" cy="299682"/>
          </a:xfrm>
        </p:spPr>
        <p:txBody>
          <a:bodyPr anchor="t">
            <a:normAutofit lnSpcReduction="10000"/>
          </a:bodyPr>
          <a:lstStyle/>
          <a:p>
            <a:pPr algn="r" rtl="1"/>
            <a:r>
              <a:rPr lang="fa-IR" sz="1400" b="1" dirty="0">
                <a:cs typeface="B Morvarid" panose="00000400000000000000" pitchFamily="2" charset="-78"/>
              </a:rPr>
              <a:t>رقص بهتر </a:t>
            </a:r>
            <a:r>
              <a:rPr lang="fa-IR" sz="1400" b="1" dirty="0">
                <a:cs typeface="B Morvarid" panose="00000400000000000000" pitchFamily="2" charset="-78"/>
                <a:sym typeface="Wingdings" panose="05000000000000000000" pitchFamily="2" charset="2"/>
              </a:rPr>
              <a:t> کیفیت بیشتر  شانس بیشتر برای انتخاب شدن</a:t>
            </a:r>
            <a:endParaRPr lang="fa-IR" sz="1400" b="1" dirty="0">
              <a:cs typeface="B Morvarid" panose="00000400000000000000" pitchFamily="2" charset="-78"/>
            </a:endParaRPr>
          </a:p>
        </p:txBody>
      </p:sp>
      <p:sp>
        <p:nvSpPr>
          <p:cNvPr id="3" name="Footer Placeholder 2">
            <a:extLst>
              <a:ext uri="{FF2B5EF4-FFF2-40B4-BE49-F238E27FC236}">
                <a16:creationId xmlns:a16="http://schemas.microsoft.com/office/drawing/2014/main" id="{0AFFE8F7-1036-DBCD-B552-7187DAD4F1D7}"/>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4" name="Slide Number Placeholder 3">
            <a:extLst>
              <a:ext uri="{FF2B5EF4-FFF2-40B4-BE49-F238E27FC236}">
                <a16:creationId xmlns:a16="http://schemas.microsoft.com/office/drawing/2014/main" id="{7CC1A3E9-2CB8-4459-37C3-708343E114EA}"/>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10</a:t>
            </a:fld>
            <a:endParaRPr lang="en-US" dirty="0">
              <a:cs typeface="B Morvarid" panose="00000400000000000000" pitchFamily="2" charset="-78"/>
            </a:endParaRPr>
          </a:p>
        </p:txBody>
      </p:sp>
      <p:sp>
        <p:nvSpPr>
          <p:cNvPr id="11" name="TextBox 10">
            <a:extLst>
              <a:ext uri="{FF2B5EF4-FFF2-40B4-BE49-F238E27FC236}">
                <a16:creationId xmlns:a16="http://schemas.microsoft.com/office/drawing/2014/main" id="{DAA0FA9C-CF88-4413-E9BE-F6315E076DB7}"/>
              </a:ext>
            </a:extLst>
          </p:cNvPr>
          <p:cNvSpPr txBox="1"/>
          <p:nvPr/>
        </p:nvSpPr>
        <p:spPr>
          <a:xfrm>
            <a:off x="5945934" y="1822666"/>
            <a:ext cx="6097554" cy="369332"/>
          </a:xfrm>
          <a:prstGeom prst="rect">
            <a:avLst/>
          </a:prstGeom>
          <a:noFill/>
        </p:spPr>
        <p:txBody>
          <a:bodyPr wrap="square">
            <a:spAutoFit/>
          </a:bodyPr>
          <a:lstStyle/>
          <a:p>
            <a:pPr algn="r" rtl="1"/>
            <a:r>
              <a:rPr lang="fa-IR" sz="1800" b="1" dirty="0">
                <a:solidFill>
                  <a:schemeClr val="accent3">
                    <a:lumMod val="75000"/>
                  </a:schemeClr>
                </a:solidFill>
                <a:cs typeface="B Morvarid" panose="00000400000000000000" pitchFamily="2" charset="-78"/>
              </a:rPr>
              <a:t>گام چهارم : </a:t>
            </a:r>
            <a:endParaRPr lang="en-US" dirty="0">
              <a:cs typeface="B Morvarid" panose="00000400000000000000" pitchFamily="2" charset="-78"/>
            </a:endParaRPr>
          </a:p>
        </p:txBody>
      </p:sp>
    </p:spTree>
    <p:extLst>
      <p:ext uri="{BB962C8B-B14F-4D97-AF65-F5344CB8AC3E}">
        <p14:creationId xmlns:p14="http://schemas.microsoft.com/office/powerpoint/2010/main" val="233399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4192 0.00325 L 0.04192 0.00325 C 0.15143 0.09514 0.11875 0.04237 0.15885 0.11366 C 0.16276 0.12848 0.16901 0.1419 0.17083 0.15811 C 0.17109 0.16042 0.17096 0.1632 0.17174 0.16528 C 0.17539 0.17454 0.19466 0.20672 0.19674 0.20973 C 0.20351 0.21899 0.21145 0.22524 0.21849 0.23403 C 0.22304 0.23959 0.22721 0.24607 0.23138 0.25255 C 0.25208 0.28612 0.23945 0.27084 0.2483 0.28125 C 0.2526 0.27848 0.25703 0.27616 0.26119 0.27269 C 0.26237 0.27176 0.26315 0.26852 0.26445 0.26852 C 0.2651 0.26829 0.27265 0.27176 0.27487 0.27269 C 0.27994 0.28172 0.27968 0.27732 0.27968 0.28288 L 0.27968 0.28288 " pathEditMode="relative" ptsTypes="AAAAAAAAAAAAAA">
                                      <p:cBhvr>
                                        <p:cTn id="6" dur="2000" fill="hold"/>
                                        <p:tgtEl>
                                          <p:spTgt spid="307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4115 0.00047 L 0.04115 0.00047 C 0.05183 0.00973 0.06498 0.0213 0.07422 0.03195 C 0.07683 0.03473 0.07852 0.03959 0.08073 0.04329 C 0.08503 0.0625 0.08764 0.07246 0.09037 0.09352 C 0.09128 0.1007 0.09141 0.10788 0.09193 0.11505 C 0.09115 0.12038 0.09037 0.12547 0.08959 0.13079 C 0.08868 0.13704 0.08829 0.14329 0.08711 0.14954 C 0.08581 0.15672 0.08373 0.16366 0.0823 0.17107 C 0.07813 0.19237 0.07904 0.19584 0.07266 0.21551 C 0.06745 0.23102 0.06224 0.23357 0.05495 0.24838 C 0.05066 0.25695 0.04714 0.26621 0.04362 0.2757 C 0.03724 0.2926 0.03021 0.30903 0.02501 0.32732 L 0.01693 0.35602 C 0.01667 0.35788 0.01667 0.35996 0.01615 0.36158 C 0.00209 0.40579 0.00416 0.40186 -0.02174 0.43334 C -0.02514 0.4375 -0.03971 0.4507 -0.04505 0.45348 C -0.05092 0.45649 -0.05691 0.45834 -0.0629 0.46065 C -0.08907 0.47038 -0.08555 0.46875 -0.1112 0.475 C -0.12683 0.47362 -0.14271 0.47593 -0.15808 0.47061 C -0.17253 0.46575 -0.18594 0.45348 -0.2 0.44491 C -0.20404 0.44237 -0.20808 0.44051 -0.21211 0.43774 C -0.22188 0.43079 -0.21732 0.43264 -0.22579 0.43056 C -0.22657 0.43241 -0.22748 0.43426 -0.22826 0.43635 C -0.22904 0.43866 -0.22956 0.44121 -0.2306 0.44352 C -0.23125 0.44468 -0.23217 0.44538 -0.23308 0.4463 C -0.23386 0.45579 -0.23451 0.46551 -0.23542 0.475 C -0.23633 0.48496 -0.2362 0.48102 -0.2362 0.47778 L -0.2362 0.47778 " pathEditMode="relative" ptsTypes="AAAAAAAAAAAAAAAAAAAAAAAAAAAAA">
                                      <p:cBhvr>
                                        <p:cTn id="10" dur="20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4062 -0.00231 L 0.04062 -0.00231 C 0.07109 0.03774 0.09023 0.05186 0.10677 0.11366 C 0.1112 0.12987 0.11054 0.14908 0.1125 0.16667 C 0.11263 0.18288 0.11432 0.25764 0.1125 0.27408 C 0.11002 0.29514 0.1056 0.31528 0.10039 0.33426 C 0.09414 0.35672 0.08229 0.39514 0.06731 0.4088 C 0.05416 0.42084 0.04023 0.41991 0.02617 0.42176 C 0.02213 0.42315 0.0181 0.42477 0.01406 0.42616 C 0.00143 0.4301 0.00156 0.42987 -0.00847 0.43195 C -0.01094 0.4294 -0.01341 0.42709 -0.01576 0.42477 C -0.01784 0.42246 -0.0181 0.42107 -0.02058 0.42038 C -0.02617 0.41875 -0.02657 0.41899 -0.03021 0.41899 L -0.03021 0.41899 " pathEditMode="relative" ptsTypes="AAAAAAAAAAAAAA">
                                      <p:cBhvr>
                                        <p:cTn id="14" dur="2000" fill="hold"/>
                                        <p:tgtEl>
                                          <p:spTgt spid="1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4388 0.01042 L 0.04388 0.01042 C 0.05807 0.03102 0.05781 0.02477 0.06315 0.0419 C 0.0638 0.04375 0.06419 0.04561 0.06471 0.04769 C 0.06666 0.11065 0.06797 0.1419 0.06393 0.22385 C 0.06341 0.23612 0.05989 0.24746 0.05677 0.25834 C 0.05195 0.27477 0.04518 0.28913 0.04062 0.30579 L 0.03333 0.33149 C 0.03281 0.34005 0.0319 0.34862 0.03177 0.35741 C 0.03151 0.36806 0.03268 0.38426 0.03489 0.39468 C 0.0362 0.40024 0.03841 0.40487 0.03984 0.41042 C 0.04284 0.42269 0.04127 0.42315 0.04466 0.43473 C 0.04544 0.43774 0.04674 0.44051 0.04778 0.44329 C 0.05026 0.45602 0.0487 0.44931 0.05273 0.46343 C 0.05377 0.46713 0.05521 0.47084 0.05586 0.475 C 0.05638 0.47778 0.05677 0.48079 0.05755 0.48357 C 0.05794 0.48496 0.05859 0.48635 0.05911 0.48774 C 0.05989 0.49005 0.06054 0.49283 0.06159 0.49491 C 0.06432 0.50139 0.07044 0.51366 0.07044 0.51366 C 0.0707 0.51505 0.0707 0.51667 0.07122 0.51783 C 0.07318 0.52338 0.07773 0.5338 0.07773 0.5338 L 0.07773 0.5338 " pathEditMode="relative" ptsTypes="AAAAAAAAAAAAAAAAAAAAAA">
                                      <p:cBhvr>
                                        <p:cTn id="18" dur="2000" fill="hold"/>
                                        <p:tgtEl>
                                          <p:spTgt spid="1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3997 -0.00741 L 0.03997 -0.00741 C 0.02435 0.00301 0.00924 0.01643 -0.0069 0.02407 C -0.01966 0.02986 -0.03334 0.02824 -0.04636 0.03264 C -0.0569 0.03611 -0.07292 0.04722 -0.08347 0.05417 C -0.0862 0.05972 -0.0892 0.06504 -0.09154 0.07129 C -0.10157 0.09792 -0.09492 0.0868 -0.10287 0.11435 C -0.10495 0.12153 -0.11459 0.14954 -0.11901 0.15717 C -0.12565 0.16921 -0.13607 0.17616 -0.14479 0.18032 C -0.15834 0.18657 -0.16745 0.18634 -0.18112 0.1875 C -0.19375 0.1831 -0.20625 0.17731 -0.21901 0.17454 C -0.30026 0.15648 -0.18151 0.18217 -0.2763 0.16435 C -0.28894 0.16204 -0.30144 0.15787 -0.3142 0.15579 C -0.32839 0.1537 -0.36875 0.15231 -0.38438 0.15162 C -0.39323 0.15046 -0.42292 0.14583 -0.43269 0.15023 C -0.46172 0.16296 -0.48555 0.18194 -0.51094 0.20741 C -0.51979 0.21643 -0.52761 0.22847 -0.53672 0.23611 C -0.55391 0.25069 -0.56289 0.25069 -0.58034 0.25486 C -0.59232 0.25301 -0.60248 0.25671 -0.61172 0.2419 C -0.6168 0.23379 -0.61719 0.22384 -0.62071 0.21458 C -0.62149 0.21227 -0.62253 0.20995 -0.62383 0.20879 C -0.62591 0.20741 -0.62813 0.20787 -0.63034 0.20741 C -0.6336 0.20787 -0.63685 0.20833 -0.63998 0.20879 C -0.64427 0.20972 -0.64479 0.21319 -0.64649 0.20602 C -0.64662 0.20509 -0.64649 0.20417 -0.64649 0.20324 L -0.64649 0.20324 " pathEditMode="relative" ptsTypes="AAAAAAAAAAAAAAAAAAAAAAAAAA">
                                      <p:cBhvr>
                                        <p:cTn id="22" dur="20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4DE9-9F21-7B22-C223-0196BD1260E8}"/>
              </a:ext>
            </a:extLst>
          </p:cNvPr>
          <p:cNvSpPr>
            <a:spLocks noGrp="1"/>
          </p:cNvSpPr>
          <p:nvPr>
            <p:ph type="title"/>
          </p:nvPr>
        </p:nvSpPr>
        <p:spPr/>
        <p:txBody>
          <a:bodyPr anchor="ctr"/>
          <a:lstStyle/>
          <a:p>
            <a:pPr algn="r" rtl="1"/>
            <a:r>
              <a:rPr lang="fa-IR" dirty="0">
                <a:cs typeface="B Morvarid" panose="00000400000000000000" pitchFamily="2" charset="-78"/>
              </a:rPr>
              <a:t>زنبورهای نگهبان(ادامه)</a:t>
            </a:r>
            <a:endParaRPr lang="en-US" dirty="0">
              <a:cs typeface="B Morvarid" panose="00000400000000000000" pitchFamily="2" charset="-78"/>
            </a:endParaRPr>
          </a:p>
        </p:txBody>
      </p:sp>
      <p:sp>
        <p:nvSpPr>
          <p:cNvPr id="3" name="Content Placeholder 2">
            <a:extLst>
              <a:ext uri="{FF2B5EF4-FFF2-40B4-BE49-F238E27FC236}">
                <a16:creationId xmlns:a16="http://schemas.microsoft.com/office/drawing/2014/main" id="{817F73F2-3C25-CAA2-56EC-12D1A22A99F5}"/>
              </a:ext>
            </a:extLst>
          </p:cNvPr>
          <p:cNvSpPr>
            <a:spLocks noGrp="1"/>
          </p:cNvSpPr>
          <p:nvPr>
            <p:ph idx="1"/>
          </p:nvPr>
        </p:nvSpPr>
        <p:spPr/>
        <p:txBody>
          <a:bodyPr anchor="t"/>
          <a:lstStyle/>
          <a:p>
            <a:pPr algn="r" rtl="1"/>
            <a:r>
              <a:rPr lang="fa-IR" b="1" dirty="0">
                <a:solidFill>
                  <a:schemeClr val="accent6">
                    <a:lumMod val="50000"/>
                  </a:schemeClr>
                </a:solidFill>
                <a:effectLst>
                  <a:outerShdw blurRad="38100" dist="38100" dir="2700000" algn="tl">
                    <a:srgbClr val="000000">
                      <a:alpha val="43137"/>
                    </a:srgbClr>
                  </a:outerShdw>
                </a:effectLst>
                <a:cs typeface="B Morvarid" panose="00000400000000000000" pitchFamily="2" charset="-78"/>
              </a:rPr>
              <a:t>اختصاص زنبورهای نگهبان یعنی چه ؟!</a:t>
            </a:r>
            <a:endParaRPr lang="en-US" b="1" dirty="0">
              <a:solidFill>
                <a:schemeClr val="accent6">
                  <a:lumMod val="50000"/>
                </a:schemeClr>
              </a:solidFill>
              <a:effectLst>
                <a:outerShdw blurRad="38100" dist="38100" dir="2700000" algn="tl">
                  <a:srgbClr val="000000">
                    <a:alpha val="43137"/>
                  </a:srgbClr>
                </a:outerShdw>
              </a:effectLst>
              <a:cs typeface="B Morvarid" panose="00000400000000000000" pitchFamily="2" charset="-78"/>
            </a:endParaRPr>
          </a:p>
          <a:p>
            <a:pPr marL="324000" lvl="1" indent="0" algn="r" rtl="1">
              <a:buNone/>
            </a:pPr>
            <a:r>
              <a:rPr lang="fa-IR" sz="1400" dirty="0">
                <a:solidFill>
                  <a:schemeClr val="accent3">
                    <a:lumMod val="75000"/>
                  </a:schemeClr>
                </a:solidFill>
                <a:cs typeface="B Morvarid" panose="00000400000000000000" pitchFamily="2" charset="-78"/>
              </a:rPr>
              <a:t>شانس دوباره‌ای برای انجام حرکت به زنبورهایی که در آن ناحیه هستند، داده می‌شود.</a:t>
            </a:r>
          </a:p>
          <a:p>
            <a:pPr algn="r" rtl="1"/>
            <a:r>
              <a:rPr lang="fa-IR" b="1" dirty="0">
                <a:solidFill>
                  <a:schemeClr val="accent6">
                    <a:lumMod val="50000"/>
                  </a:schemeClr>
                </a:solidFill>
                <a:cs typeface="B Morvarid" panose="00000400000000000000" pitchFamily="2" charset="-78"/>
              </a:rPr>
              <a:t>نحوه محاسبه شانس ؟ </a:t>
            </a:r>
            <a:endParaRPr lang="en-US" b="1" dirty="0">
              <a:solidFill>
                <a:schemeClr val="accent6">
                  <a:lumMod val="50000"/>
                </a:schemeClr>
              </a:solidFill>
              <a:cs typeface="B Morvarid" panose="00000400000000000000" pitchFamily="2" charset="-78"/>
            </a:endParaRPr>
          </a:p>
          <a:p>
            <a:pPr marL="324000" lvl="1" indent="0" algn="r" rtl="1">
              <a:buNone/>
            </a:pPr>
            <a:endParaRPr lang="en-US" sz="1400" dirty="0">
              <a:solidFill>
                <a:schemeClr val="accent3">
                  <a:lumMod val="75000"/>
                </a:schemeClr>
              </a:solidFill>
              <a:cs typeface="B Morvarid" panose="00000400000000000000" pitchFamily="2" charset="-78"/>
            </a:endParaRPr>
          </a:p>
        </p:txBody>
      </p:sp>
      <p:sp>
        <p:nvSpPr>
          <p:cNvPr id="7" name="Footer Placeholder 6">
            <a:extLst>
              <a:ext uri="{FF2B5EF4-FFF2-40B4-BE49-F238E27FC236}">
                <a16:creationId xmlns:a16="http://schemas.microsoft.com/office/drawing/2014/main" id="{F111CB1E-E349-2022-5AAF-FB0A1190FECA}"/>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8" name="Slide Number Placeholder 7">
            <a:extLst>
              <a:ext uri="{FF2B5EF4-FFF2-40B4-BE49-F238E27FC236}">
                <a16:creationId xmlns:a16="http://schemas.microsoft.com/office/drawing/2014/main" id="{90140849-7D51-3742-4C8C-BBD3C649DD18}"/>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11</a:t>
            </a:fld>
            <a:endParaRPr lang="en-US" dirty="0">
              <a:cs typeface="B Morvarid" panose="00000400000000000000" pitchFamily="2" charset="-78"/>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291E98C-3528-AAF4-37F4-77BAF371A95C}"/>
                  </a:ext>
                </a:extLst>
              </p:cNvPr>
              <p:cNvSpPr txBox="1"/>
              <p:nvPr/>
            </p:nvSpPr>
            <p:spPr>
              <a:xfrm>
                <a:off x="482858" y="3854788"/>
                <a:ext cx="4434374" cy="8906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𝑃𝑖</m:t>
                      </m:r>
                      <m:r>
                        <a:rPr lang="en-US" sz="2400" i="0">
                          <a:latin typeface="Cambria Math" panose="02040503050406030204" pitchFamily="18" charset="0"/>
                        </a:rPr>
                        <m:t>= </m:t>
                      </m:r>
                      <m:f>
                        <m:fPr>
                          <m:ctrlPr>
                            <a:rPr lang="en-US" sz="2400" i="1">
                              <a:solidFill>
                                <a:srgbClr val="836967"/>
                              </a:solidFill>
                              <a:latin typeface="Cambria Math" panose="02040503050406030204" pitchFamily="18" charset="0"/>
                            </a:rPr>
                          </m:ctrlPr>
                        </m:fPr>
                        <m:num>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𝑓𝑖𝑡</m:t>
                              </m:r>
                            </m:e>
                            <m:sub>
                              <m:r>
                                <a:rPr lang="en-US" sz="2400" i="1">
                                  <a:latin typeface="Cambria Math" panose="02040503050406030204" pitchFamily="18" charset="0"/>
                                </a:rPr>
                                <m:t>𝑖</m:t>
                              </m:r>
                            </m:sub>
                          </m:sSub>
                        </m:num>
                        <m:den>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𝑛</m:t>
                              </m:r>
                              <m:r>
                                <a:rPr lang="en-US" sz="2400" i="0">
                                  <a:latin typeface="Cambria Math" panose="02040503050406030204" pitchFamily="18" charset="0"/>
                                </a:rPr>
                                <m:t>=</m:t>
                              </m:r>
                              <m:r>
                                <a:rPr lang="en-US" sz="2400" i="0">
                                  <a:latin typeface="Cambria Math" panose="02040503050406030204" pitchFamily="18" charset="0"/>
                                </a:rPr>
                                <m:t>1</m:t>
                              </m:r>
                            </m:sub>
                            <m:sup>
                              <m:r>
                                <a:rPr lang="en-US" sz="2400" i="1">
                                  <a:latin typeface="Cambria Math" panose="02040503050406030204" pitchFamily="18" charset="0"/>
                                </a:rPr>
                                <m:t>𝑆𝑁</m:t>
                              </m:r>
                            </m:sup>
                            <m:e>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𝑓𝑖𝑡</m:t>
                                  </m:r>
                                </m:e>
                                <m:sub>
                                  <m:r>
                                    <a:rPr lang="en-US" sz="2400" i="1">
                                      <a:latin typeface="Cambria Math" panose="02040503050406030204" pitchFamily="18" charset="0"/>
                                    </a:rPr>
                                    <m:t>𝑛</m:t>
                                  </m:r>
                                </m:sub>
                              </m:sSub>
                            </m:e>
                          </m:nary>
                        </m:den>
                      </m:f>
                    </m:oMath>
                  </m:oMathPara>
                </a14:m>
                <a:endParaRPr lang="en-US" sz="2400" dirty="0">
                  <a:cs typeface="B Morvarid" panose="00000400000000000000" pitchFamily="2" charset="-78"/>
                </a:endParaRPr>
              </a:p>
            </p:txBody>
          </p:sp>
        </mc:Choice>
        <mc:Fallback xmlns="">
          <p:sp>
            <p:nvSpPr>
              <p:cNvPr id="11" name="TextBox 10">
                <a:extLst>
                  <a:ext uri="{FF2B5EF4-FFF2-40B4-BE49-F238E27FC236}">
                    <a16:creationId xmlns:a16="http://schemas.microsoft.com/office/drawing/2014/main" id="{D291E98C-3528-AAF4-37F4-77BAF371A95C}"/>
                  </a:ext>
                </a:extLst>
              </p:cNvPr>
              <p:cNvSpPr txBox="1">
                <a:spLocks noRot="1" noChangeAspect="1" noMove="1" noResize="1" noEditPoints="1" noAdjustHandles="1" noChangeArrowheads="1" noChangeShapeType="1" noTextEdit="1"/>
              </p:cNvSpPr>
              <p:nvPr/>
            </p:nvSpPr>
            <p:spPr>
              <a:xfrm>
                <a:off x="482858" y="3854788"/>
                <a:ext cx="4434374" cy="89069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82689A3-4F37-D322-A492-40435580CBB1}"/>
                  </a:ext>
                </a:extLst>
              </p:cNvPr>
              <p:cNvSpPr txBox="1"/>
              <p:nvPr/>
            </p:nvSpPr>
            <p:spPr>
              <a:xfrm>
                <a:off x="4551006" y="3570192"/>
                <a:ext cx="6097554" cy="1459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836967"/>
                              </a:solidFill>
                              <a:latin typeface="Cambria Math" panose="02040503050406030204" pitchFamily="18" charset="0"/>
                            </a:rPr>
                          </m:ctrlPr>
                        </m:sSubPr>
                        <m:e>
                          <m:r>
                            <a:rPr lang="en-US" sz="2400" i="1">
                              <a:latin typeface="Cambria Math" panose="02040503050406030204" pitchFamily="18" charset="0"/>
                            </a:rPr>
                            <m:t>𝑓𝑖𝑡</m:t>
                          </m:r>
                        </m:e>
                        <m:sub>
                          <m:r>
                            <a:rPr lang="en-US" sz="2400" i="1">
                              <a:latin typeface="Cambria Math" panose="02040503050406030204" pitchFamily="18" charset="0"/>
                            </a:rPr>
                            <m:t>𝑖</m:t>
                          </m:r>
                        </m:sub>
                      </m:sSub>
                      <m:r>
                        <a:rPr lang="en-US" sz="2400" i="0">
                          <a:latin typeface="Cambria Math" panose="02040503050406030204" pitchFamily="18" charset="0"/>
                        </a:rPr>
                        <m:t>= </m:t>
                      </m:r>
                      <m:r>
                        <a:rPr lang="en-US" sz="2400" i="1">
                          <a:latin typeface="Cambria Math" panose="02040503050406030204" pitchFamily="18" charset="0"/>
                        </a:rPr>
                        <m:t>𝑓</m:t>
                      </m:r>
                      <m:d>
                        <m:dPr>
                          <m:ctrlPr>
                            <a:rPr lang="en-US" sz="2400" i="1">
                              <a:solidFill>
                                <a:srgbClr val="836967"/>
                              </a:solidFill>
                              <a:latin typeface="Cambria Math" panose="02040503050406030204" pitchFamily="18" charset="0"/>
                            </a:rPr>
                          </m:ctrlPr>
                        </m:dPr>
                        <m:e>
                          <m:r>
                            <a:rPr lang="en-US" sz="2400" i="1">
                              <a:latin typeface="Cambria Math" panose="02040503050406030204" pitchFamily="18" charset="0"/>
                            </a:rPr>
                            <m:t>𝑥</m:t>
                          </m:r>
                        </m:e>
                      </m:d>
                      <m:r>
                        <a:rPr lang="en-US" sz="2400" i="0">
                          <a:latin typeface="Cambria Math" panose="02040503050406030204" pitchFamily="18" charset="0"/>
                        </a:rPr>
                        <m:t>=</m:t>
                      </m:r>
                      <m:d>
                        <m:dPr>
                          <m:begChr m:val="{"/>
                          <m:endChr m:val=""/>
                          <m:ctrlPr>
                            <a:rPr lang="en-US" sz="2400" i="1">
                              <a:solidFill>
                                <a:srgbClr val="836967"/>
                              </a:solidFill>
                              <a:latin typeface="Cambria Math" panose="02040503050406030204" pitchFamily="18" charset="0"/>
                            </a:rPr>
                          </m:ctrlPr>
                        </m:dPr>
                        <m:e>
                          <m:eqArr>
                            <m:eqArrPr>
                              <m:ctrlPr>
                                <a:rPr lang="en-US" sz="2400" i="1">
                                  <a:solidFill>
                                    <a:srgbClr val="836967"/>
                                  </a:solidFill>
                                  <a:latin typeface="Cambria Math" panose="02040503050406030204" pitchFamily="18" charset="0"/>
                                </a:rPr>
                              </m:ctrlPr>
                            </m:eqArrPr>
                            <m:e>
                              <m:f>
                                <m:fPr>
                                  <m:ctrlPr>
                                    <a:rPr lang="en-US" sz="2400" i="1">
                                      <a:solidFill>
                                        <a:srgbClr val="836967"/>
                                      </a:solidFill>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1</m:t>
                                  </m:r>
                                  <m:r>
                                    <a:rPr lang="en-US" sz="2400" i="0">
                                      <a:latin typeface="Cambria Math" panose="02040503050406030204" pitchFamily="18" charset="0"/>
                                    </a:rPr>
                                    <m:t>+</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den>
                              </m:f>
                              <m:r>
                                <a:rPr lang="en-US" sz="2400" i="0">
                                  <a:latin typeface="Cambria Math" panose="02040503050406030204" pitchFamily="18" charset="0"/>
                                </a:rPr>
                                <m:t>,  &amp;</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r>
                                <a:rPr lang="en-US" sz="2400" i="0">
                                  <a:latin typeface="Cambria Math" panose="02040503050406030204" pitchFamily="18" charset="0"/>
                                </a:rPr>
                                <m:t>&gt;</m:t>
                              </m:r>
                              <m:r>
                                <a:rPr lang="en-US" sz="2400" i="0">
                                  <a:latin typeface="Cambria Math" panose="02040503050406030204" pitchFamily="18" charset="0"/>
                                </a:rPr>
                                <m:t>0</m:t>
                              </m:r>
                            </m:e>
                            <m:e>
                              <m:r>
                                <a:rPr lang="en-US" sz="2400" i="0">
                                  <a:latin typeface="Cambria Math" panose="02040503050406030204" pitchFamily="18" charset="0"/>
                                </a:rPr>
                                <m:t>1</m:t>
                              </m:r>
                              <m:r>
                                <a:rPr lang="en-US" sz="2400" i="0">
                                  <a:latin typeface="Cambria Math" panose="02040503050406030204" pitchFamily="18" charset="0"/>
                                </a:rPr>
                                <m:t>+</m:t>
                              </m:r>
                              <m:d>
                                <m:dPr>
                                  <m:begChr m:val="|"/>
                                  <m:endChr m:val="|"/>
                                  <m:ctrlPr>
                                    <a:rPr lang="en-US" sz="2400" i="1">
                                      <a:solidFill>
                                        <a:srgbClr val="836967"/>
                                      </a:solidFill>
                                      <a:latin typeface="Cambria Math" panose="02040503050406030204" pitchFamily="18" charset="0"/>
                                    </a:rPr>
                                  </m:ctrlPr>
                                </m:dPr>
                                <m:e>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e>
                              </m:d>
                              <m:r>
                                <a:rPr lang="en-US" sz="2400" i="0">
                                  <a:latin typeface="Cambria Math" panose="02040503050406030204" pitchFamily="18" charset="0"/>
                                </a:rPr>
                                <m:t>,  &amp;</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0">
                                  <a:latin typeface="Cambria Math" panose="02040503050406030204" pitchFamily="18" charset="0"/>
                                </a:rPr>
                                <m:t>0</m:t>
                              </m:r>
                            </m:e>
                          </m:eqArr>
                        </m:e>
                      </m:d>
                    </m:oMath>
                  </m:oMathPara>
                </a14:m>
                <a:endParaRPr lang="en-US" sz="2400" dirty="0">
                  <a:cs typeface="B Morvarid" panose="00000400000000000000" pitchFamily="2" charset="-78"/>
                </a:endParaRPr>
              </a:p>
            </p:txBody>
          </p:sp>
        </mc:Choice>
        <mc:Fallback xmlns="">
          <p:sp>
            <p:nvSpPr>
              <p:cNvPr id="13" name="TextBox 12">
                <a:extLst>
                  <a:ext uri="{FF2B5EF4-FFF2-40B4-BE49-F238E27FC236}">
                    <a16:creationId xmlns:a16="http://schemas.microsoft.com/office/drawing/2014/main" id="{382689A3-4F37-D322-A492-40435580CBB1}"/>
                  </a:ext>
                </a:extLst>
              </p:cNvPr>
              <p:cNvSpPr txBox="1">
                <a:spLocks noRot="1" noChangeAspect="1" noMove="1" noResize="1" noEditPoints="1" noAdjustHandles="1" noChangeArrowheads="1" noChangeShapeType="1" noTextEdit="1"/>
              </p:cNvSpPr>
              <p:nvPr/>
            </p:nvSpPr>
            <p:spPr>
              <a:xfrm>
                <a:off x="4551006" y="3570192"/>
                <a:ext cx="6097554" cy="1459887"/>
              </a:xfrm>
              <a:prstGeom prst="rect">
                <a:avLst/>
              </a:prstGeom>
              <a:blipFill>
                <a:blip r:embed="rId3"/>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7282AA54-EB66-B204-B473-106B41BA4B11}"/>
              </a:ext>
            </a:extLst>
          </p:cNvPr>
          <p:cNvSpPr txBox="1"/>
          <p:nvPr/>
        </p:nvSpPr>
        <p:spPr>
          <a:xfrm>
            <a:off x="1814594" y="5305931"/>
            <a:ext cx="8562809" cy="623248"/>
          </a:xfrm>
          <a:prstGeom prst="rect">
            <a:avLst/>
          </a:prstGeom>
          <a:noFill/>
        </p:spPr>
        <p:txBody>
          <a:bodyPr wrap="square">
            <a:spAutoFit/>
          </a:bodyPr>
          <a:lstStyle/>
          <a:p>
            <a:pPr algn="ctr" rtl="1">
              <a:lnSpc>
                <a:spcPct val="150000"/>
              </a:lnSpc>
            </a:pPr>
            <a:r>
              <a:rPr lang="fa-IR" sz="1200" b="0" i="0" dirty="0">
                <a:solidFill>
                  <a:schemeClr val="tx2">
                    <a:lumMod val="40000"/>
                    <a:lumOff val="60000"/>
                  </a:schemeClr>
                </a:solidFill>
                <a:effectLst/>
                <a:latin typeface="samim"/>
                <a:cs typeface="B Morvarid" panose="00000400000000000000" pitchFamily="2" charset="-78"/>
              </a:rPr>
              <a:t>در رابطه بالا،</a:t>
            </a:r>
            <a:r>
              <a:rPr lang="en-US" sz="1200" b="0" i="0" dirty="0">
                <a:solidFill>
                  <a:schemeClr val="tx2">
                    <a:lumMod val="40000"/>
                    <a:lumOff val="60000"/>
                  </a:schemeClr>
                </a:solidFill>
                <a:effectLst/>
                <a:latin typeface="samim"/>
                <a:cs typeface="B Morvarid" panose="00000400000000000000" pitchFamily="2" charset="-78"/>
              </a:rPr>
              <a:t>fiti</a:t>
            </a:r>
            <a:r>
              <a:rPr lang="fa-IR" sz="1200" b="0" i="0" dirty="0">
                <a:solidFill>
                  <a:schemeClr val="tx2">
                    <a:lumMod val="40000"/>
                    <a:lumOff val="60000"/>
                  </a:schemeClr>
                </a:solidFill>
                <a:effectLst/>
                <a:latin typeface="samim"/>
                <a:cs typeface="B Morvarid" panose="00000400000000000000" pitchFamily="2" charset="-78"/>
              </a:rPr>
              <a:t> </a:t>
            </a:r>
            <a:r>
              <a:rPr lang="en-US" sz="1200" b="0" i="0" dirty="0">
                <a:solidFill>
                  <a:schemeClr val="tx2">
                    <a:lumMod val="40000"/>
                    <a:lumOff val="60000"/>
                  </a:schemeClr>
                </a:solidFill>
                <a:effectLst/>
                <a:latin typeface="samim"/>
                <a:cs typeface="B Morvarid" panose="00000400000000000000" pitchFamily="2" charset="-78"/>
              </a:rPr>
              <a:t> </a:t>
            </a:r>
            <a:r>
              <a:rPr lang="fa-IR" sz="1200" b="0" i="0" dirty="0">
                <a:solidFill>
                  <a:schemeClr val="tx2">
                    <a:lumMod val="40000"/>
                    <a:lumOff val="60000"/>
                  </a:schemeClr>
                </a:solidFill>
                <a:effectLst/>
                <a:latin typeface="samim"/>
                <a:cs typeface="B Morvarid" panose="00000400000000000000" pitchFamily="2" charset="-78"/>
              </a:rPr>
              <a:t>میزان برازندگی یک ارزش غذایی </a:t>
            </a:r>
            <a:r>
              <a:rPr lang="en-US" sz="1200" b="0" i="0" dirty="0">
                <a:solidFill>
                  <a:schemeClr val="tx2">
                    <a:lumMod val="40000"/>
                    <a:lumOff val="60000"/>
                  </a:schemeClr>
                </a:solidFill>
                <a:effectLst/>
                <a:latin typeface="samim"/>
                <a:cs typeface="B Morvarid" panose="00000400000000000000" pitchFamily="2" charset="-78"/>
              </a:rPr>
              <a:t>i</a:t>
            </a:r>
            <a:r>
              <a:rPr lang="fa-IR" sz="1200" b="0" i="0" dirty="0">
                <a:solidFill>
                  <a:schemeClr val="tx2">
                    <a:lumMod val="40000"/>
                    <a:lumOff val="60000"/>
                  </a:schemeClr>
                </a:solidFill>
                <a:effectLst/>
                <a:latin typeface="samim"/>
                <a:cs typeface="B Morvarid" panose="00000400000000000000" pitchFamily="2" charset="-78"/>
              </a:rPr>
              <a:t> </a:t>
            </a:r>
            <a:r>
              <a:rPr lang="en-US" sz="1200" b="0" i="0" dirty="0">
                <a:solidFill>
                  <a:schemeClr val="tx2">
                    <a:lumMod val="40000"/>
                    <a:lumOff val="60000"/>
                  </a:schemeClr>
                </a:solidFill>
                <a:effectLst/>
                <a:latin typeface="samim"/>
                <a:cs typeface="B Morvarid" panose="00000400000000000000" pitchFamily="2" charset="-78"/>
              </a:rPr>
              <a:t> </a:t>
            </a:r>
            <a:r>
              <a:rPr lang="fa-IR" sz="1200" b="0" i="0" dirty="0">
                <a:solidFill>
                  <a:schemeClr val="tx2">
                    <a:lumMod val="40000"/>
                    <a:lumOff val="60000"/>
                  </a:schemeClr>
                </a:solidFill>
                <a:effectLst/>
                <a:latin typeface="samim"/>
                <a:cs typeface="B Morvarid" panose="00000400000000000000" pitchFamily="2" charset="-78"/>
              </a:rPr>
              <a:t>یا همان پاسخ مسئله را به ما می‌دهد که این به مقدار تابع هدف بستگی دارد. احتمال انتخاب یک منابع غذایی هر زنبور نگهبان می‌تواند هم‌زمان با افزایش میزان برازندگی، افزایش پیدا می‌کند.</a:t>
            </a:r>
            <a:endParaRPr lang="en-US" sz="1200" dirty="0">
              <a:solidFill>
                <a:schemeClr val="tx2">
                  <a:lumMod val="40000"/>
                  <a:lumOff val="60000"/>
                </a:schemeClr>
              </a:solidFill>
              <a:cs typeface="B Morvarid" panose="00000400000000000000" pitchFamily="2" charset="-78"/>
            </a:endParaRPr>
          </a:p>
        </p:txBody>
      </p:sp>
      <p:cxnSp>
        <p:nvCxnSpPr>
          <p:cNvPr id="17" name="Connector: Curved 16">
            <a:extLst>
              <a:ext uri="{FF2B5EF4-FFF2-40B4-BE49-F238E27FC236}">
                <a16:creationId xmlns:a16="http://schemas.microsoft.com/office/drawing/2014/main" id="{0D73D1C9-B1B1-86A7-C533-3F52059C44DB}"/>
              </a:ext>
            </a:extLst>
          </p:cNvPr>
          <p:cNvCxnSpPr>
            <a:cxnSpLocks/>
          </p:cNvCxnSpPr>
          <p:nvPr/>
        </p:nvCxnSpPr>
        <p:spPr>
          <a:xfrm rot="16200000" flipV="1">
            <a:off x="765750" y="3377042"/>
            <a:ext cx="1202372" cy="643813"/>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4B90B1B-3469-FAF3-BD53-90812A9F50A1}"/>
              </a:ext>
            </a:extLst>
          </p:cNvPr>
          <p:cNvSpPr txBox="1"/>
          <p:nvPr/>
        </p:nvSpPr>
        <p:spPr>
          <a:xfrm>
            <a:off x="494524" y="2789985"/>
            <a:ext cx="1194319" cy="307777"/>
          </a:xfrm>
          <a:prstGeom prst="rect">
            <a:avLst/>
          </a:prstGeom>
          <a:noFill/>
        </p:spPr>
        <p:txBody>
          <a:bodyPr wrap="square">
            <a:spAutoFit/>
          </a:bodyPr>
          <a:lstStyle/>
          <a:p>
            <a:pPr algn="ctr" rtl="1"/>
            <a:r>
              <a:rPr lang="fa-IR" sz="1400" b="0" i="0" dirty="0">
                <a:solidFill>
                  <a:schemeClr val="tx2">
                    <a:lumMod val="40000"/>
                    <a:lumOff val="60000"/>
                  </a:schemeClr>
                </a:solidFill>
                <a:effectLst/>
                <a:latin typeface="samim"/>
                <a:cs typeface="B Morvarid" panose="00000400000000000000" pitchFamily="2" charset="-78"/>
              </a:rPr>
              <a:t>نرمالایز</a:t>
            </a:r>
            <a:endParaRPr lang="en-US" sz="1400" dirty="0">
              <a:solidFill>
                <a:schemeClr val="tx2">
                  <a:lumMod val="40000"/>
                  <a:lumOff val="60000"/>
                </a:schemeClr>
              </a:solidFill>
              <a:cs typeface="B Morvarid" panose="00000400000000000000" pitchFamily="2" charset="-78"/>
            </a:endParaRPr>
          </a:p>
        </p:txBody>
      </p:sp>
      <p:pic>
        <p:nvPicPr>
          <p:cNvPr id="23" name="Picture 2" descr="Bee icon PNG and SVG Vector Free Download">
            <a:extLst>
              <a:ext uri="{FF2B5EF4-FFF2-40B4-BE49-F238E27FC236}">
                <a16:creationId xmlns:a16="http://schemas.microsoft.com/office/drawing/2014/main" id="{42857D0A-1B2E-ABE9-E18A-E2A5AC897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46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EBD9-2636-FA7D-50AC-90117C4E8640}"/>
              </a:ext>
            </a:extLst>
          </p:cNvPr>
          <p:cNvSpPr>
            <a:spLocks noGrp="1"/>
          </p:cNvSpPr>
          <p:nvPr>
            <p:ph type="title"/>
          </p:nvPr>
        </p:nvSpPr>
        <p:spPr/>
        <p:txBody>
          <a:bodyPr anchor="ctr"/>
          <a:lstStyle/>
          <a:p>
            <a:pPr algn="r" rtl="1"/>
            <a:r>
              <a:rPr lang="fa-IR" dirty="0">
                <a:cs typeface="B Morvarid" panose="00000400000000000000" pitchFamily="2" charset="-78"/>
              </a:rPr>
              <a:t>زنبورهای پیشرو</a:t>
            </a:r>
            <a:endParaRPr lang="en-US" dirty="0">
              <a:cs typeface="B Morvarid" panose="00000400000000000000" pitchFamily="2" charset="-78"/>
            </a:endParaRPr>
          </a:p>
        </p:txBody>
      </p:sp>
      <p:sp>
        <p:nvSpPr>
          <p:cNvPr id="5" name="Rectangle 4">
            <a:extLst>
              <a:ext uri="{FF2B5EF4-FFF2-40B4-BE49-F238E27FC236}">
                <a16:creationId xmlns:a16="http://schemas.microsoft.com/office/drawing/2014/main" id="{7E9FF5B0-E5D2-02F4-D743-44021AC993A9}"/>
              </a:ext>
            </a:extLst>
          </p:cNvPr>
          <p:cNvSpPr/>
          <p:nvPr/>
        </p:nvSpPr>
        <p:spPr>
          <a:xfrm>
            <a:off x="783771" y="2855167"/>
            <a:ext cx="10403633" cy="374157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B Morvarid" panose="00000400000000000000" pitchFamily="2" charset="-78"/>
            </a:endParaRPr>
          </a:p>
        </p:txBody>
      </p:sp>
      <p:pic>
        <p:nvPicPr>
          <p:cNvPr id="6" name="Picture 2" descr="flying bee animated gif - Clip Art Library">
            <a:extLst>
              <a:ext uri="{FF2B5EF4-FFF2-40B4-BE49-F238E27FC236}">
                <a16:creationId xmlns:a16="http://schemas.microsoft.com/office/drawing/2014/main" id="{0B839217-CAB3-3465-4933-CD90E49B0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118" y="2388637"/>
            <a:ext cx="1502231" cy="1502231"/>
          </a:xfrm>
          <a:custGeom>
            <a:avLst/>
            <a:gdLst>
              <a:gd name="connsiteX0" fmla="*/ 0 w 1502231"/>
              <a:gd name="connsiteY0" fmla="*/ 0 h 1502231"/>
              <a:gd name="connsiteX1" fmla="*/ 455677 w 1502231"/>
              <a:gd name="connsiteY1" fmla="*/ 0 h 1502231"/>
              <a:gd name="connsiteX2" fmla="*/ 926376 w 1502231"/>
              <a:gd name="connsiteY2" fmla="*/ 0 h 1502231"/>
              <a:gd name="connsiteX3" fmla="*/ 1502231 w 1502231"/>
              <a:gd name="connsiteY3" fmla="*/ 0 h 1502231"/>
              <a:gd name="connsiteX4" fmla="*/ 1502231 w 1502231"/>
              <a:gd name="connsiteY4" fmla="*/ 455677 h 1502231"/>
              <a:gd name="connsiteX5" fmla="*/ 1502231 w 1502231"/>
              <a:gd name="connsiteY5" fmla="*/ 971443 h 1502231"/>
              <a:gd name="connsiteX6" fmla="*/ 1502231 w 1502231"/>
              <a:gd name="connsiteY6" fmla="*/ 1502231 h 1502231"/>
              <a:gd name="connsiteX7" fmla="*/ 1031532 w 1502231"/>
              <a:gd name="connsiteY7" fmla="*/ 1502231 h 1502231"/>
              <a:gd name="connsiteX8" fmla="*/ 575855 w 1502231"/>
              <a:gd name="connsiteY8" fmla="*/ 1502231 h 1502231"/>
              <a:gd name="connsiteX9" fmla="*/ 0 w 1502231"/>
              <a:gd name="connsiteY9" fmla="*/ 1502231 h 1502231"/>
              <a:gd name="connsiteX10" fmla="*/ 0 w 1502231"/>
              <a:gd name="connsiteY10" fmla="*/ 1016510 h 1502231"/>
              <a:gd name="connsiteX11" fmla="*/ 0 w 1502231"/>
              <a:gd name="connsiteY11" fmla="*/ 485721 h 1502231"/>
              <a:gd name="connsiteX12" fmla="*/ 0 w 1502231"/>
              <a:gd name="connsiteY12" fmla="*/ 0 h 1502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2231" h="1502231" extrusionOk="0">
                <a:moveTo>
                  <a:pt x="0" y="0"/>
                </a:moveTo>
                <a:cubicBezTo>
                  <a:pt x="110442" y="-7899"/>
                  <a:pt x="266346" y="-17667"/>
                  <a:pt x="455677" y="0"/>
                </a:cubicBezTo>
                <a:cubicBezTo>
                  <a:pt x="645008" y="17667"/>
                  <a:pt x="782592" y="21211"/>
                  <a:pt x="926376" y="0"/>
                </a:cubicBezTo>
                <a:cubicBezTo>
                  <a:pt x="1070160" y="-21211"/>
                  <a:pt x="1341365" y="6742"/>
                  <a:pt x="1502231" y="0"/>
                </a:cubicBezTo>
                <a:cubicBezTo>
                  <a:pt x="1524576" y="176011"/>
                  <a:pt x="1499254" y="274053"/>
                  <a:pt x="1502231" y="455677"/>
                </a:cubicBezTo>
                <a:cubicBezTo>
                  <a:pt x="1505208" y="637301"/>
                  <a:pt x="1502864" y="815747"/>
                  <a:pt x="1502231" y="971443"/>
                </a:cubicBezTo>
                <a:cubicBezTo>
                  <a:pt x="1501598" y="1127139"/>
                  <a:pt x="1481105" y="1287686"/>
                  <a:pt x="1502231" y="1502231"/>
                </a:cubicBezTo>
                <a:cubicBezTo>
                  <a:pt x="1382047" y="1485123"/>
                  <a:pt x="1130999" y="1505022"/>
                  <a:pt x="1031532" y="1502231"/>
                </a:cubicBezTo>
                <a:cubicBezTo>
                  <a:pt x="932065" y="1499440"/>
                  <a:pt x="747917" y="1509080"/>
                  <a:pt x="575855" y="1502231"/>
                </a:cubicBezTo>
                <a:cubicBezTo>
                  <a:pt x="403793" y="1495382"/>
                  <a:pt x="136759" y="1511760"/>
                  <a:pt x="0" y="1502231"/>
                </a:cubicBezTo>
                <a:cubicBezTo>
                  <a:pt x="-6474" y="1318181"/>
                  <a:pt x="-19341" y="1246502"/>
                  <a:pt x="0" y="1016510"/>
                </a:cubicBezTo>
                <a:cubicBezTo>
                  <a:pt x="19341" y="786518"/>
                  <a:pt x="8208" y="652142"/>
                  <a:pt x="0" y="485721"/>
                </a:cubicBezTo>
                <a:cubicBezTo>
                  <a:pt x="-8208" y="319300"/>
                  <a:pt x="-8774" y="113075"/>
                  <a:pt x="0" y="0"/>
                </a:cubicBezTo>
                <a:close/>
              </a:path>
            </a:pathLst>
          </a:custGeom>
          <a:noFill/>
          <a:ln w="57150">
            <a:noFill/>
            <a:extLst>
              <a:ext uri="{C807C97D-BFC1-408E-A445-0C87EB9F89A2}">
                <ask:lineSketchStyleProps xmlns:ask="http://schemas.microsoft.com/office/drawing/2018/sketchyshapes" sd="232880838">
                  <a:prstGeom prst="rect">
                    <a:avLst/>
                  </a:prstGeom>
                  <ask:type>
                    <ask:lineSketchFreehand/>
                  </ask:type>
                </ask:lineSketchStyleProps>
              </a:ext>
            </a:extLst>
          </a:ln>
          <a:extLst>
            <a:ext uri="{909E8E84-426E-40DD-AFC4-6F175D3DCCD1}">
              <a14:hiddenFill xmlns:a14="http://schemas.microsoft.com/office/drawing/2010/main">
                <a:solidFill>
                  <a:srgbClr val="FFFFFF"/>
                </a:solidFill>
              </a14:hiddenFill>
            </a:ext>
          </a:extLst>
        </p:spPr>
      </p:pic>
      <p:pic>
        <p:nvPicPr>
          <p:cNvPr id="7" name="Picture 2" descr="flying bee animated gif - Clip Art Library">
            <a:extLst>
              <a:ext uri="{FF2B5EF4-FFF2-40B4-BE49-F238E27FC236}">
                <a16:creationId xmlns:a16="http://schemas.microsoft.com/office/drawing/2014/main" id="{057B8C58-55A2-4095-7FF2-55CC4D22F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75" y="5108347"/>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lying bee animated gif - Clip Art Library">
            <a:extLst>
              <a:ext uri="{FF2B5EF4-FFF2-40B4-BE49-F238E27FC236}">
                <a16:creationId xmlns:a16="http://schemas.microsoft.com/office/drawing/2014/main" id="{7B385354-2FC8-4067-E2AA-471964750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2815" y="3690252"/>
            <a:ext cx="1502231" cy="150223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9" name="Picture 2" descr="flying bee animated gif - Clip Art Library">
            <a:extLst>
              <a:ext uri="{FF2B5EF4-FFF2-40B4-BE49-F238E27FC236}">
                <a16:creationId xmlns:a16="http://schemas.microsoft.com/office/drawing/2014/main" id="{F6003240-8FE6-B51B-5C53-06D7FEA9E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4712" y="2803844"/>
            <a:ext cx="1296958" cy="1296958"/>
          </a:xfrm>
          <a:prstGeom prst="rect">
            <a:avLst/>
          </a:prstGeom>
          <a:noFill/>
          <a:ln w="28575">
            <a:solidFill>
              <a:srgbClr val="FF0000"/>
            </a:solidFill>
            <a:prstDash val="dash"/>
          </a:ln>
          <a:extLst>
            <a:ext uri="{909E8E84-426E-40DD-AFC4-6F175D3DCCD1}">
              <a14:hiddenFill xmlns:a14="http://schemas.microsoft.com/office/drawing/2010/main">
                <a:solidFill>
                  <a:srgbClr val="FFFFFF"/>
                </a:solidFill>
              </a14:hiddenFill>
            </a:ext>
          </a:extLst>
        </p:spPr>
      </p:pic>
      <p:pic>
        <p:nvPicPr>
          <p:cNvPr id="10" name="Picture 2" descr="flying bee animated gif - Clip Art Library">
            <a:extLst>
              <a:ext uri="{FF2B5EF4-FFF2-40B4-BE49-F238E27FC236}">
                <a16:creationId xmlns:a16="http://schemas.microsoft.com/office/drawing/2014/main" id="{11F48E9D-47AA-9C55-D97E-648EF16C2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9438" y="5094512"/>
            <a:ext cx="1502231" cy="15022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пчела,bee - Free animated GIF - PicMix">
            <a:extLst>
              <a:ext uri="{FF2B5EF4-FFF2-40B4-BE49-F238E27FC236}">
                <a16:creationId xmlns:a16="http://schemas.microsoft.com/office/drawing/2014/main" id="{A1EFB433-AB74-C06B-F283-856BF37B1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093" y="2970551"/>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пчела,bee - Free animated GIF - PicMix">
            <a:extLst>
              <a:ext uri="{FF2B5EF4-FFF2-40B4-BE49-F238E27FC236}">
                <a16:creationId xmlns:a16="http://schemas.microsoft.com/office/drawing/2014/main" id="{DD627A3A-19B5-F3D3-9C32-39E576E5D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514" y="5692772"/>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пчела,bee - Free animated GIF - PicMix">
            <a:extLst>
              <a:ext uri="{FF2B5EF4-FFF2-40B4-BE49-F238E27FC236}">
                <a16:creationId xmlns:a16="http://schemas.microsoft.com/office/drawing/2014/main" id="{60C4464C-F4E5-E460-48EF-12B7015F3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2970" y="4525095"/>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пчела,bee - Free animated GIF - PicMix">
            <a:extLst>
              <a:ext uri="{FF2B5EF4-FFF2-40B4-BE49-F238E27FC236}">
                <a16:creationId xmlns:a16="http://schemas.microsoft.com/office/drawing/2014/main" id="{759D8C3D-4BDF-7090-0AD1-7A88B2365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569" y="3789852"/>
            <a:ext cx="951140" cy="8832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пчела,bee - Free animated GIF - PicMix">
            <a:extLst>
              <a:ext uri="{FF2B5EF4-FFF2-40B4-BE49-F238E27FC236}">
                <a16:creationId xmlns:a16="http://schemas.microsoft.com/office/drawing/2014/main" id="{A76B72DD-C60D-8967-2A3E-061EF1789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9490" y="5272643"/>
            <a:ext cx="951140" cy="88320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4087B3C9-3CAB-C13D-8E80-962B208549AF}"/>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4" name="Slide Number Placeholder 3">
            <a:extLst>
              <a:ext uri="{FF2B5EF4-FFF2-40B4-BE49-F238E27FC236}">
                <a16:creationId xmlns:a16="http://schemas.microsoft.com/office/drawing/2014/main" id="{3E83A9A5-8EB5-5BA4-2E4F-981DE7690C3A}"/>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12</a:t>
            </a:fld>
            <a:endParaRPr lang="en-US" dirty="0">
              <a:cs typeface="B Morvarid" panose="00000400000000000000" pitchFamily="2" charset="-78"/>
            </a:endParaRPr>
          </a:p>
        </p:txBody>
      </p:sp>
      <p:sp>
        <p:nvSpPr>
          <p:cNvPr id="11" name="Content Placeholder 2">
            <a:extLst>
              <a:ext uri="{FF2B5EF4-FFF2-40B4-BE49-F238E27FC236}">
                <a16:creationId xmlns:a16="http://schemas.microsoft.com/office/drawing/2014/main" id="{E2507DAB-7ADC-60C1-8F16-8D7F3FFBA26D}"/>
              </a:ext>
            </a:extLst>
          </p:cNvPr>
          <p:cNvSpPr>
            <a:spLocks noGrp="1"/>
          </p:cNvSpPr>
          <p:nvPr>
            <p:ph idx="1"/>
          </p:nvPr>
        </p:nvSpPr>
        <p:spPr>
          <a:xfrm>
            <a:off x="1695058" y="1864747"/>
            <a:ext cx="9750399" cy="1066177"/>
          </a:xfrm>
        </p:spPr>
        <p:txBody>
          <a:bodyPr anchor="t">
            <a:normAutofit/>
          </a:bodyPr>
          <a:lstStyle/>
          <a:p>
            <a:pPr algn="r" rtl="1"/>
            <a:r>
              <a:rPr lang="fa-IR" sz="1200" dirty="0">
                <a:solidFill>
                  <a:schemeClr val="accent1"/>
                </a:solidFill>
                <a:cs typeface="B Morvarid" panose="00000400000000000000" pitchFamily="2" charset="-78"/>
              </a:rPr>
              <a:t>این زنبورها آن نواحی که از نظر شهد نامطلوب شناسایی شدند را ترک و به تصادف ناحیه‌های دیگر را انتخاب می‌کنند.</a:t>
            </a:r>
          </a:p>
          <a:p>
            <a:pPr algn="r" rtl="1"/>
            <a:r>
              <a:rPr lang="fa-IR" sz="1200" dirty="0">
                <a:solidFill>
                  <a:schemeClr val="accent1"/>
                </a:solidFill>
                <a:cs typeface="B Morvarid" panose="00000400000000000000" pitchFamily="2" charset="-78"/>
              </a:rPr>
              <a:t>در صورت برقراری شرط توقف، الگوریتم متوقف می‌شود وگرنه؛</a:t>
            </a:r>
          </a:p>
          <a:p>
            <a:pPr algn="r" rtl="1"/>
            <a:r>
              <a:rPr lang="fa-IR" sz="1200" dirty="0">
                <a:solidFill>
                  <a:schemeClr val="accent1"/>
                </a:solidFill>
                <a:cs typeface="B Morvarid" panose="00000400000000000000" pitchFamily="2" charset="-78"/>
              </a:rPr>
              <a:t>به ابتدای حلقه که حرکت زنبورهای کارگر است، می‌رویم.</a:t>
            </a:r>
            <a:endParaRPr lang="en-US" sz="1200" dirty="0">
              <a:solidFill>
                <a:schemeClr val="accent1"/>
              </a:solidFill>
              <a:cs typeface="B Morvarid" panose="00000400000000000000" pitchFamily="2" charset="-78"/>
            </a:endParaRPr>
          </a:p>
        </p:txBody>
      </p:sp>
      <p:sp>
        <p:nvSpPr>
          <p:cNvPr id="16" name="TextBox 15">
            <a:extLst>
              <a:ext uri="{FF2B5EF4-FFF2-40B4-BE49-F238E27FC236}">
                <a16:creationId xmlns:a16="http://schemas.microsoft.com/office/drawing/2014/main" id="{31252B92-920F-6413-4CF7-7388123CE243}"/>
              </a:ext>
            </a:extLst>
          </p:cNvPr>
          <p:cNvSpPr txBox="1"/>
          <p:nvPr/>
        </p:nvSpPr>
        <p:spPr>
          <a:xfrm>
            <a:off x="10606463" y="1777855"/>
            <a:ext cx="1585537" cy="307777"/>
          </a:xfrm>
          <a:prstGeom prst="rect">
            <a:avLst/>
          </a:prstGeom>
          <a:noFill/>
        </p:spPr>
        <p:txBody>
          <a:bodyPr wrap="square">
            <a:spAutoFit/>
          </a:bodyPr>
          <a:lstStyle/>
          <a:p>
            <a:pPr algn="r" rtl="1"/>
            <a:r>
              <a:rPr lang="fa-IR" sz="1400" b="1" dirty="0">
                <a:solidFill>
                  <a:schemeClr val="accent3">
                    <a:lumMod val="75000"/>
                  </a:schemeClr>
                </a:solidFill>
                <a:cs typeface="B Morvarid" panose="00000400000000000000" pitchFamily="2" charset="-78"/>
              </a:rPr>
              <a:t>گام پنجم : </a:t>
            </a:r>
            <a:endParaRPr lang="en-US" sz="1400" dirty="0">
              <a:cs typeface="B Morvarid" panose="00000400000000000000" pitchFamily="2" charset="-78"/>
            </a:endParaRPr>
          </a:p>
        </p:txBody>
      </p:sp>
    </p:spTree>
    <p:extLst>
      <p:ext uri="{BB962C8B-B14F-4D97-AF65-F5344CB8AC3E}">
        <p14:creationId xmlns:p14="http://schemas.microsoft.com/office/powerpoint/2010/main" val="96487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6159 -0.00833 L -0.06159 -0.0081 C -0.09714 -0.00116 -0.08008 -0.00393 -0.15808 -0.01643 C -0.1793 -0.01991 -0.2004 -0.02685 -0.22162 -0.03125 C -0.30365 -0.04838 -0.29688 -0.04514 -0.38464 -0.05301 C -0.40209 -0.05208 -0.4724 -0.0493 -0.4948 -0.04213 C -0.52917 -0.03171 -0.54831 -0.01458 -0.57982 0.0081 C -0.58516 0.01574 -0.5918 0.0213 -0.59584 0.03125 C -0.59909 0.03935 -0.6 0.05 -0.6004 0.05972 C -0.60118 0.07639 -0.59961 0.1287 -0.59896 0.1537 C -0.59948 0.16782 -0.5987 0.18218 -0.6004 0.19583 C -0.60157 0.20463 -0.60482 0.2125 -0.6073 0.22037 C -0.61016 0.22917 -0.62383 0.26921 -0.62956 0.27755 C -0.63399 0.2838 -0.63946 0.28796 -0.6448 0.29097 C -0.65508 0.29699 -0.66563 0.3007 -0.67618 0.30463 C -0.73112 0.325 -0.68451 0.30463 -0.70599 0.31412 C -0.70508 0.31921 -0.70456 0.32269 -0.703 0.32778 C -0.70183 0.33148 -0.70079 0.33542 -0.69922 0.33866 C -0.69857 0.33982 -0.69766 0.33935 -0.69688 0.34005 C -0.69558 0.3412 -0.69441 0.34306 -0.6931 0.34421 C -0.69206 0.34491 -0.68998 0.3456 -0.68998 0.34583 L -0.68998 0.3456 " pathEditMode="relative" rAng="0" ptsTypes="AAAAAAAAAAAAAAAAAAAAAA">
                                      <p:cBhvr>
                                        <p:cTn id="6" dur="2000" fill="hold"/>
                                        <p:tgtEl>
                                          <p:spTgt spid="9"/>
                                        </p:tgtEl>
                                        <p:attrNameLst>
                                          <p:attrName>ppt_x</p:attrName>
                                          <p:attrName>ppt_y</p:attrName>
                                        </p:attrNameLst>
                                      </p:cBhvr>
                                      <p:rCtr x="-32227" y="15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70DCE-4F48-EDF1-1775-E227CB823EEF}"/>
              </a:ext>
            </a:extLst>
          </p:cNvPr>
          <p:cNvSpPr>
            <a:spLocks noGrp="1"/>
          </p:cNvSpPr>
          <p:nvPr>
            <p:ph type="title"/>
          </p:nvPr>
        </p:nvSpPr>
        <p:spPr/>
        <p:txBody>
          <a:bodyPr anchor="ctr"/>
          <a:lstStyle/>
          <a:p>
            <a:pPr algn="ctr" rtl="1"/>
            <a:r>
              <a:rPr lang="fa-IR" dirty="0">
                <a:cs typeface="B Morvarid" panose="00000400000000000000" pitchFamily="2" charset="-78"/>
              </a:rPr>
              <a:t>کاربرد الگوریتم </a:t>
            </a:r>
            <a:r>
              <a:rPr lang="en-US" dirty="0">
                <a:cs typeface="B Morvarid" panose="00000400000000000000" pitchFamily="2" charset="-78"/>
              </a:rPr>
              <a:t>ABC</a:t>
            </a:r>
            <a:r>
              <a:rPr lang="fa-IR" dirty="0">
                <a:cs typeface="B Morvarid" panose="00000400000000000000" pitchFamily="2" charset="-78"/>
              </a:rPr>
              <a:t> در ماشین‌‌های خودگردان</a:t>
            </a:r>
            <a:endParaRPr lang="en-US" dirty="0">
              <a:cs typeface="B Morvarid" panose="00000400000000000000" pitchFamily="2" charset="-78"/>
            </a:endParaRPr>
          </a:p>
        </p:txBody>
      </p:sp>
      <p:sp>
        <p:nvSpPr>
          <p:cNvPr id="3" name="Content Placeholder 2">
            <a:extLst>
              <a:ext uri="{FF2B5EF4-FFF2-40B4-BE49-F238E27FC236}">
                <a16:creationId xmlns:a16="http://schemas.microsoft.com/office/drawing/2014/main" id="{18D78126-249F-66E5-74EC-6BF3FCA0BDA8}"/>
              </a:ext>
            </a:extLst>
          </p:cNvPr>
          <p:cNvSpPr>
            <a:spLocks noGrp="1"/>
          </p:cNvSpPr>
          <p:nvPr>
            <p:ph idx="1"/>
          </p:nvPr>
        </p:nvSpPr>
        <p:spPr>
          <a:xfrm>
            <a:off x="261257" y="1843279"/>
            <a:ext cx="11349551" cy="4912084"/>
          </a:xfrm>
        </p:spPr>
        <p:txBody>
          <a:bodyPr anchor="t">
            <a:noAutofit/>
          </a:bodyPr>
          <a:lstStyle/>
          <a:p>
            <a:pPr algn="r" rtl="1"/>
            <a:endParaRPr lang="fa-IR" sz="1200" b="1" dirty="0">
              <a:solidFill>
                <a:schemeClr val="accent2">
                  <a:lumMod val="75000"/>
                </a:schemeClr>
              </a:solidFill>
              <a:cs typeface="B Morvarid" panose="00000400000000000000" pitchFamily="2" charset="-78"/>
            </a:endParaRPr>
          </a:p>
          <a:p>
            <a:pPr algn="r" rtl="1"/>
            <a:r>
              <a:rPr lang="fa-IR" sz="1200" b="1" dirty="0">
                <a:solidFill>
                  <a:schemeClr val="accent6"/>
                </a:solidFill>
                <a:cs typeface="B Morvarid" panose="00000400000000000000" pitchFamily="2" charset="-78"/>
              </a:rPr>
              <a:t>این الگوریتم از رفتار گروهی زنبورها برای حل مسائل بهینه‌سازی و تصمیم‌گیری استفاده می‌کند. </a:t>
            </a:r>
          </a:p>
          <a:p>
            <a:pPr marL="0" indent="0" algn="r" rtl="1">
              <a:buNone/>
            </a:pPr>
            <a:r>
              <a:rPr lang="fa-IR" sz="1200" b="1" dirty="0">
                <a:solidFill>
                  <a:srgbClr val="C00000"/>
                </a:solidFill>
                <a:cs typeface="B Morvarid" panose="00000400000000000000" pitchFamily="2" charset="-78"/>
              </a:rPr>
              <a:t>برخی از کاربردهای الگوریتم کلونی زنبور مصنوعی در ماشین‌های خودگردان عبارتند از:</a:t>
            </a:r>
          </a:p>
          <a:p>
            <a:pPr marL="228600" indent="-228600" algn="r" rtl="1">
              <a:buFont typeface="+mj-lt"/>
              <a:buAutoNum type="arabicPeriod"/>
            </a:pPr>
            <a:r>
              <a:rPr lang="fa-IR" sz="1200" b="1" dirty="0">
                <a:solidFill>
                  <a:schemeClr val="accent2">
                    <a:lumMod val="75000"/>
                  </a:schemeClr>
                </a:solidFill>
                <a:cs typeface="B Morvarid" panose="00000400000000000000" pitchFamily="2" charset="-78"/>
              </a:rPr>
              <a:t> مسیریابی:  استفاده از الگوریتم کلونی زنبور برای بهینه‌سازی مسیرها و مسائل مسیریابی در ماشین‌های خودگردان.</a:t>
            </a:r>
          </a:p>
          <a:p>
            <a:pPr marL="228600" indent="-228600" algn="r" rtl="1">
              <a:buFont typeface="+mj-lt"/>
              <a:buAutoNum type="arabicPeriod"/>
            </a:pPr>
            <a:endParaRPr lang="fa-IR" sz="1200" b="1" dirty="0">
              <a:solidFill>
                <a:schemeClr val="accent2">
                  <a:lumMod val="75000"/>
                </a:schemeClr>
              </a:solidFill>
              <a:cs typeface="B Morvarid" panose="00000400000000000000" pitchFamily="2" charset="-78"/>
            </a:endParaRPr>
          </a:p>
          <a:p>
            <a:pPr marL="228600" indent="-228600" algn="r" rtl="1">
              <a:buFont typeface="+mj-lt"/>
              <a:buAutoNum type="arabicPeriod"/>
            </a:pPr>
            <a:r>
              <a:rPr lang="fa-IR" sz="1200" b="1" dirty="0">
                <a:solidFill>
                  <a:schemeClr val="accent2">
                    <a:lumMod val="75000"/>
                  </a:schemeClr>
                </a:solidFill>
                <a:cs typeface="B Morvarid" panose="00000400000000000000" pitchFamily="2" charset="-78"/>
              </a:rPr>
              <a:t> کنترل ترافیک: استفاده از این الگوریتم برای بهبود جریان ترافیک و کاهش تاخیرها در شبکه‌های حمل و نقل.</a:t>
            </a:r>
          </a:p>
          <a:p>
            <a:pPr marL="228600" indent="-228600" algn="r" rtl="1">
              <a:buFont typeface="+mj-lt"/>
              <a:buAutoNum type="arabicPeriod"/>
            </a:pPr>
            <a:endParaRPr lang="fa-IR" sz="1200" b="1" dirty="0">
              <a:solidFill>
                <a:schemeClr val="accent2">
                  <a:lumMod val="75000"/>
                </a:schemeClr>
              </a:solidFill>
              <a:cs typeface="B Morvarid" panose="00000400000000000000" pitchFamily="2" charset="-78"/>
            </a:endParaRPr>
          </a:p>
          <a:p>
            <a:pPr marL="228600" indent="-228600" algn="r" rtl="1">
              <a:buFont typeface="+mj-lt"/>
              <a:buAutoNum type="arabicPeriod"/>
            </a:pPr>
            <a:r>
              <a:rPr lang="fa-IR" sz="1200" b="1" dirty="0">
                <a:solidFill>
                  <a:schemeClr val="accent2">
                    <a:lumMod val="75000"/>
                  </a:schemeClr>
                </a:solidFill>
                <a:cs typeface="B Morvarid" panose="00000400000000000000" pitchFamily="2" charset="-78"/>
              </a:rPr>
              <a:t> بهینه‌سازی منابع: کمک به بهینه‌سازی استفاده از منابع ماشین‌های خودگردان مانند انرژی و زمان.</a:t>
            </a:r>
          </a:p>
          <a:p>
            <a:pPr marL="228600" indent="-228600" algn="r" rtl="1">
              <a:buFont typeface="+mj-lt"/>
              <a:buAutoNum type="arabicPeriod"/>
            </a:pPr>
            <a:endParaRPr lang="fa-IR" sz="1200" b="1" dirty="0">
              <a:solidFill>
                <a:schemeClr val="accent2">
                  <a:lumMod val="75000"/>
                </a:schemeClr>
              </a:solidFill>
              <a:cs typeface="B Morvarid" panose="00000400000000000000" pitchFamily="2" charset="-78"/>
            </a:endParaRPr>
          </a:p>
          <a:p>
            <a:pPr marL="228600" indent="-228600" algn="r" rtl="1">
              <a:buFont typeface="+mj-lt"/>
              <a:buAutoNum type="arabicPeriod"/>
            </a:pPr>
            <a:r>
              <a:rPr lang="fa-IR" sz="1200" b="1" dirty="0">
                <a:solidFill>
                  <a:schemeClr val="accent2">
                    <a:lumMod val="75000"/>
                  </a:schemeClr>
                </a:solidFill>
                <a:cs typeface="B Morvarid" panose="00000400000000000000" pitchFamily="2" charset="-78"/>
              </a:rPr>
              <a:t> توزیع مواد: بهبود فرآیند توزیع مواد و محصولات با استفاده از الگوریتم کلونی زنبور.</a:t>
            </a:r>
          </a:p>
          <a:p>
            <a:pPr marL="228600" indent="-228600" algn="r" rtl="1">
              <a:buFont typeface="+mj-lt"/>
              <a:buAutoNum type="arabicPeriod"/>
            </a:pPr>
            <a:endParaRPr lang="fa-IR" sz="1200" b="1" dirty="0">
              <a:solidFill>
                <a:schemeClr val="accent2">
                  <a:lumMod val="75000"/>
                </a:schemeClr>
              </a:solidFill>
              <a:cs typeface="B Morvarid" panose="00000400000000000000" pitchFamily="2" charset="-78"/>
            </a:endParaRPr>
          </a:p>
          <a:p>
            <a:pPr marL="228600" indent="-228600" algn="r" rtl="1">
              <a:buFont typeface="+mj-lt"/>
              <a:buAutoNum type="arabicPeriod"/>
            </a:pPr>
            <a:r>
              <a:rPr lang="fa-IR" sz="1200" b="1" dirty="0">
                <a:solidFill>
                  <a:schemeClr val="accent2">
                    <a:lumMod val="75000"/>
                  </a:schemeClr>
                </a:solidFill>
                <a:cs typeface="B Morvarid" panose="00000400000000000000" pitchFamily="2" charset="-78"/>
              </a:rPr>
              <a:t> خودروهای هوشمند: استفاده از این الگوریتم برای تصمیم‌گیری‌های هوشمند در خودروهای خودگردان مانند انتخاب مسیر و پیش‌بینی ترافیک.</a:t>
            </a:r>
          </a:p>
        </p:txBody>
      </p:sp>
      <p:sp>
        <p:nvSpPr>
          <p:cNvPr id="4" name="Footer Placeholder 3">
            <a:extLst>
              <a:ext uri="{FF2B5EF4-FFF2-40B4-BE49-F238E27FC236}">
                <a16:creationId xmlns:a16="http://schemas.microsoft.com/office/drawing/2014/main" id="{00499505-EFDB-BD24-D07C-CFF8A78EE639}"/>
              </a:ext>
            </a:extLst>
          </p:cNvPr>
          <p:cNvSpPr>
            <a:spLocks noGrp="1"/>
          </p:cNvSpPr>
          <p:nvPr>
            <p:ph type="ftr" sz="quarter" idx="11"/>
          </p:nvPr>
        </p:nvSpPr>
        <p:spPr/>
        <p:txBody>
          <a:bodyPr/>
          <a:lstStyle/>
          <a:p>
            <a:r>
              <a:rPr lang="en-US"/>
              <a:t>F.Molaei Jahromi</a:t>
            </a:r>
            <a:endParaRPr lang="en-US" dirty="0"/>
          </a:p>
        </p:txBody>
      </p:sp>
      <p:sp>
        <p:nvSpPr>
          <p:cNvPr id="5" name="Slide Number Placeholder 4">
            <a:extLst>
              <a:ext uri="{FF2B5EF4-FFF2-40B4-BE49-F238E27FC236}">
                <a16:creationId xmlns:a16="http://schemas.microsoft.com/office/drawing/2014/main" id="{A62C74E0-0165-1AFA-458A-BCE4EF5394C3}"/>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6" name="Picture 2" descr="Bee icon PNG and SVG Vector Free Download">
            <a:extLst>
              <a:ext uri="{FF2B5EF4-FFF2-40B4-BE49-F238E27FC236}">
                <a16:creationId xmlns:a16="http://schemas.microsoft.com/office/drawing/2014/main" id="{5FA56829-0CFC-9F86-8440-92D2091CC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482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67B8-E6A0-51FC-BA01-3676455F2BFD}"/>
              </a:ext>
            </a:extLst>
          </p:cNvPr>
          <p:cNvSpPr>
            <a:spLocks noGrp="1"/>
          </p:cNvSpPr>
          <p:nvPr>
            <p:ph type="title"/>
          </p:nvPr>
        </p:nvSpPr>
        <p:spPr/>
        <p:txBody>
          <a:bodyPr anchor="ctr"/>
          <a:lstStyle/>
          <a:p>
            <a:pPr algn="ctr" rtl="1"/>
            <a:r>
              <a:rPr lang="fa-IR" dirty="0">
                <a:cs typeface="B Morvarid" panose="00000400000000000000" pitchFamily="2" charset="-78"/>
              </a:rPr>
              <a:t>کاربرد الگوریتم </a:t>
            </a:r>
            <a:r>
              <a:rPr lang="en-US" dirty="0">
                <a:cs typeface="B Morvarid" panose="00000400000000000000" pitchFamily="2" charset="-78"/>
              </a:rPr>
              <a:t>ABC</a:t>
            </a:r>
            <a:r>
              <a:rPr lang="fa-IR" dirty="0">
                <a:cs typeface="B Morvarid" panose="00000400000000000000" pitchFamily="2" charset="-78"/>
              </a:rPr>
              <a:t> در ماشین‌‌های خودگردان(ادامه)</a:t>
            </a:r>
            <a:endParaRPr lang="en-US" dirty="0">
              <a:cs typeface="B Morvarid" panose="00000400000000000000" pitchFamily="2" charset="-78"/>
            </a:endParaRPr>
          </a:p>
        </p:txBody>
      </p:sp>
      <p:sp>
        <p:nvSpPr>
          <p:cNvPr id="4" name="Footer Placeholder 3">
            <a:extLst>
              <a:ext uri="{FF2B5EF4-FFF2-40B4-BE49-F238E27FC236}">
                <a16:creationId xmlns:a16="http://schemas.microsoft.com/office/drawing/2014/main" id="{02B1682A-6BEA-ED63-3B86-C342A270EE0C}"/>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5" name="Slide Number Placeholder 4">
            <a:extLst>
              <a:ext uri="{FF2B5EF4-FFF2-40B4-BE49-F238E27FC236}">
                <a16:creationId xmlns:a16="http://schemas.microsoft.com/office/drawing/2014/main" id="{7E1EA922-33F1-0F3A-8D79-816A1E1F871A}"/>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14</a:t>
            </a:fld>
            <a:endParaRPr lang="en-US" dirty="0">
              <a:cs typeface="B Morvarid" panose="00000400000000000000" pitchFamily="2" charset="-78"/>
            </a:endParaRPr>
          </a:p>
        </p:txBody>
      </p:sp>
      <p:pic>
        <p:nvPicPr>
          <p:cNvPr id="8" name="Content Placeholder 7">
            <a:extLst>
              <a:ext uri="{FF2B5EF4-FFF2-40B4-BE49-F238E27FC236}">
                <a16:creationId xmlns:a16="http://schemas.microsoft.com/office/drawing/2014/main" id="{7C4DD536-0A83-DF2D-3913-EEA51F4DCD59}"/>
              </a:ext>
            </a:extLst>
          </p:cNvPr>
          <p:cNvPicPr>
            <a:picLocks noGrp="1" noChangeAspect="1"/>
          </p:cNvPicPr>
          <p:nvPr>
            <p:ph idx="1"/>
          </p:nvPr>
        </p:nvPicPr>
        <p:blipFill>
          <a:blip r:embed="rId2"/>
          <a:stretch>
            <a:fillRect/>
          </a:stretch>
        </p:blipFill>
        <p:spPr>
          <a:xfrm>
            <a:off x="2216382" y="1866121"/>
            <a:ext cx="4666616" cy="4754389"/>
          </a:xfrm>
        </p:spPr>
      </p:pic>
      <p:sp>
        <p:nvSpPr>
          <p:cNvPr id="10" name="TextBox 9">
            <a:extLst>
              <a:ext uri="{FF2B5EF4-FFF2-40B4-BE49-F238E27FC236}">
                <a16:creationId xmlns:a16="http://schemas.microsoft.com/office/drawing/2014/main" id="{E8D6B7D8-A214-2E14-DA78-A8E5E879ED0C}"/>
              </a:ext>
            </a:extLst>
          </p:cNvPr>
          <p:cNvSpPr txBox="1"/>
          <p:nvPr/>
        </p:nvSpPr>
        <p:spPr>
          <a:xfrm>
            <a:off x="7399176" y="2436950"/>
            <a:ext cx="4370250" cy="2192908"/>
          </a:xfrm>
          <a:prstGeom prst="rect">
            <a:avLst/>
          </a:prstGeom>
          <a:noFill/>
        </p:spPr>
        <p:txBody>
          <a:bodyPr wrap="square">
            <a:spAutoFit/>
          </a:bodyPr>
          <a:lstStyle/>
          <a:p>
            <a:pPr algn="r" rtl="1">
              <a:lnSpc>
                <a:spcPct val="200000"/>
              </a:lnSpc>
            </a:pPr>
            <a:r>
              <a:rPr lang="fa-IR" sz="1400" dirty="0">
                <a:solidFill>
                  <a:schemeClr val="tx2"/>
                </a:solidFill>
                <a:cs typeface="B Morvarid" panose="00000400000000000000" pitchFamily="2" charset="-78"/>
              </a:rPr>
              <a:t> زمانی که وسایل نقلیه با هم ارتباط برقرار کنند و اطلاعات را به اشتراک بگذارند، می‌توانند مسیرهای بهینه را برای همه ایجاد کنند و تاخیرها را کاهش دهند. به این توانایی از همکاری گروهی و تبادل اطلاعات بین وسایل نقلیه، الگوریتم کلونی زنبور مصنوعی می‌تواند در بهبود جریان ترافیک و کاهش تاخیرها مؤثر باشد.</a:t>
            </a:r>
            <a:endParaRPr lang="en-US" sz="1400" dirty="0">
              <a:solidFill>
                <a:schemeClr val="tx2"/>
              </a:solidFill>
              <a:cs typeface="B Morvarid" panose="00000400000000000000" pitchFamily="2" charset="-78"/>
            </a:endParaRPr>
          </a:p>
        </p:txBody>
      </p:sp>
      <p:sp>
        <p:nvSpPr>
          <p:cNvPr id="12" name="TextBox 11">
            <a:extLst>
              <a:ext uri="{FF2B5EF4-FFF2-40B4-BE49-F238E27FC236}">
                <a16:creationId xmlns:a16="http://schemas.microsoft.com/office/drawing/2014/main" id="{E7949686-41C3-4210-5597-35826239E799}"/>
              </a:ext>
            </a:extLst>
          </p:cNvPr>
          <p:cNvSpPr txBox="1"/>
          <p:nvPr/>
        </p:nvSpPr>
        <p:spPr>
          <a:xfrm>
            <a:off x="6006582" y="1992536"/>
            <a:ext cx="6097554" cy="369332"/>
          </a:xfrm>
          <a:prstGeom prst="rect">
            <a:avLst/>
          </a:prstGeom>
          <a:noFill/>
        </p:spPr>
        <p:txBody>
          <a:bodyPr wrap="square">
            <a:spAutoFit/>
          </a:bodyPr>
          <a:lstStyle/>
          <a:p>
            <a:pPr algn="r"/>
            <a:r>
              <a:rPr lang="fa-IR" sz="1800" b="1" dirty="0">
                <a:solidFill>
                  <a:schemeClr val="accent2">
                    <a:lumMod val="75000"/>
                  </a:schemeClr>
                </a:solidFill>
                <a:cs typeface="B Morvarid" panose="00000400000000000000" pitchFamily="2" charset="-78"/>
              </a:rPr>
              <a:t> کنترل ترافیک: </a:t>
            </a:r>
            <a:endParaRPr lang="en-US" dirty="0">
              <a:cs typeface="B Morvarid" panose="00000400000000000000" pitchFamily="2" charset="-78"/>
            </a:endParaRPr>
          </a:p>
        </p:txBody>
      </p:sp>
      <p:pic>
        <p:nvPicPr>
          <p:cNvPr id="13" name="Picture 2" descr="Bee icon PNG and SVG Vector Free Download">
            <a:extLst>
              <a:ext uri="{FF2B5EF4-FFF2-40B4-BE49-F238E27FC236}">
                <a16:creationId xmlns:a16="http://schemas.microsoft.com/office/drawing/2014/main" id="{3339512A-0170-2D15-1DFB-94668007D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734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67B8-E6A0-51FC-BA01-3676455F2BFD}"/>
              </a:ext>
            </a:extLst>
          </p:cNvPr>
          <p:cNvSpPr>
            <a:spLocks noGrp="1"/>
          </p:cNvSpPr>
          <p:nvPr>
            <p:ph type="title"/>
          </p:nvPr>
        </p:nvSpPr>
        <p:spPr/>
        <p:txBody>
          <a:bodyPr anchor="ctr"/>
          <a:lstStyle/>
          <a:p>
            <a:pPr algn="ctr" rtl="1"/>
            <a:r>
              <a:rPr lang="fa-IR" dirty="0">
                <a:cs typeface="B Morvarid" panose="00000400000000000000" pitchFamily="2" charset="-78"/>
              </a:rPr>
              <a:t>کاربرد الگوریتم </a:t>
            </a:r>
            <a:r>
              <a:rPr lang="en-US" dirty="0">
                <a:cs typeface="B Morvarid" panose="00000400000000000000" pitchFamily="2" charset="-78"/>
              </a:rPr>
              <a:t>ABC</a:t>
            </a:r>
            <a:r>
              <a:rPr lang="fa-IR" dirty="0">
                <a:cs typeface="B Morvarid" panose="00000400000000000000" pitchFamily="2" charset="-78"/>
              </a:rPr>
              <a:t> در ماشین‌‌های خودگردان(ادامه)</a:t>
            </a:r>
            <a:endParaRPr lang="en-US" dirty="0">
              <a:cs typeface="B Morvarid" panose="00000400000000000000" pitchFamily="2" charset="-78"/>
            </a:endParaRPr>
          </a:p>
        </p:txBody>
      </p:sp>
      <p:sp>
        <p:nvSpPr>
          <p:cNvPr id="4" name="Footer Placeholder 3">
            <a:extLst>
              <a:ext uri="{FF2B5EF4-FFF2-40B4-BE49-F238E27FC236}">
                <a16:creationId xmlns:a16="http://schemas.microsoft.com/office/drawing/2014/main" id="{02B1682A-6BEA-ED63-3B86-C342A270EE0C}"/>
              </a:ext>
            </a:extLst>
          </p:cNvPr>
          <p:cNvSpPr>
            <a:spLocks noGrp="1"/>
          </p:cNvSpPr>
          <p:nvPr>
            <p:ph type="ftr" sz="quarter" idx="11"/>
          </p:nvPr>
        </p:nvSpPr>
        <p:spPr/>
        <p:txBody>
          <a:bodyPr/>
          <a:lstStyle/>
          <a:p>
            <a:r>
              <a:rPr lang="en-US">
                <a:cs typeface="B Morvarid" panose="00000400000000000000" pitchFamily="2" charset="-78"/>
              </a:rPr>
              <a:t>F.Molaei Jahromi</a:t>
            </a:r>
            <a:endParaRPr lang="en-US" dirty="0">
              <a:cs typeface="B Morvarid" panose="00000400000000000000" pitchFamily="2" charset="-78"/>
            </a:endParaRPr>
          </a:p>
        </p:txBody>
      </p:sp>
      <p:sp>
        <p:nvSpPr>
          <p:cNvPr id="5" name="Slide Number Placeholder 4">
            <a:extLst>
              <a:ext uri="{FF2B5EF4-FFF2-40B4-BE49-F238E27FC236}">
                <a16:creationId xmlns:a16="http://schemas.microsoft.com/office/drawing/2014/main" id="{7E1EA922-33F1-0F3A-8D79-816A1E1F871A}"/>
              </a:ext>
            </a:extLst>
          </p:cNvPr>
          <p:cNvSpPr>
            <a:spLocks noGrp="1"/>
          </p:cNvSpPr>
          <p:nvPr>
            <p:ph type="sldNum" sz="quarter" idx="12"/>
          </p:nvPr>
        </p:nvSpPr>
        <p:spPr/>
        <p:txBody>
          <a:bodyPr/>
          <a:lstStyle/>
          <a:p>
            <a:fld id="{D57F1E4F-1CFF-5643-939E-217C01CDF565}" type="slidenum">
              <a:rPr lang="en-US" smtClean="0">
                <a:cs typeface="B Morvarid" panose="00000400000000000000" pitchFamily="2" charset="-78"/>
              </a:rPr>
              <a:pPr/>
              <a:t>15</a:t>
            </a:fld>
            <a:endParaRPr lang="en-US" dirty="0">
              <a:cs typeface="B Morvarid" panose="00000400000000000000" pitchFamily="2" charset="-78"/>
            </a:endParaRPr>
          </a:p>
        </p:txBody>
      </p:sp>
      <p:sp>
        <p:nvSpPr>
          <p:cNvPr id="12" name="TextBox 11">
            <a:extLst>
              <a:ext uri="{FF2B5EF4-FFF2-40B4-BE49-F238E27FC236}">
                <a16:creationId xmlns:a16="http://schemas.microsoft.com/office/drawing/2014/main" id="{E7949686-41C3-4210-5597-35826239E799}"/>
              </a:ext>
            </a:extLst>
          </p:cNvPr>
          <p:cNvSpPr txBox="1"/>
          <p:nvPr/>
        </p:nvSpPr>
        <p:spPr>
          <a:xfrm>
            <a:off x="6094446" y="1811164"/>
            <a:ext cx="6097554" cy="369332"/>
          </a:xfrm>
          <a:prstGeom prst="rect">
            <a:avLst/>
          </a:prstGeom>
          <a:noFill/>
        </p:spPr>
        <p:txBody>
          <a:bodyPr wrap="square">
            <a:spAutoFit/>
          </a:bodyPr>
          <a:lstStyle/>
          <a:p>
            <a:pPr algn="r"/>
            <a:r>
              <a:rPr lang="fa-IR" sz="1800" b="1" dirty="0">
                <a:solidFill>
                  <a:schemeClr val="accent2">
                    <a:lumMod val="75000"/>
                  </a:schemeClr>
                </a:solidFill>
                <a:cs typeface="B Morvarid" panose="00000400000000000000" pitchFamily="2" charset="-78"/>
              </a:rPr>
              <a:t>توزیع مواد:</a:t>
            </a:r>
            <a:endParaRPr lang="en-US" dirty="0">
              <a:cs typeface="B Morvarid" panose="00000400000000000000" pitchFamily="2" charset="-78"/>
            </a:endParaRPr>
          </a:p>
        </p:txBody>
      </p:sp>
      <p:sp>
        <p:nvSpPr>
          <p:cNvPr id="6" name="Content Placeholder 5">
            <a:extLst>
              <a:ext uri="{FF2B5EF4-FFF2-40B4-BE49-F238E27FC236}">
                <a16:creationId xmlns:a16="http://schemas.microsoft.com/office/drawing/2014/main" id="{DBB3C4D4-39AC-74C1-3246-4B55275C2C61}"/>
              </a:ext>
            </a:extLst>
          </p:cNvPr>
          <p:cNvSpPr>
            <a:spLocks noGrp="1"/>
          </p:cNvSpPr>
          <p:nvPr>
            <p:ph idx="1"/>
          </p:nvPr>
        </p:nvSpPr>
        <p:spPr>
          <a:xfrm>
            <a:off x="579638" y="2031199"/>
            <a:ext cx="11029615" cy="3678303"/>
          </a:xfrm>
        </p:spPr>
        <p:txBody>
          <a:bodyPr anchor="t">
            <a:normAutofit/>
          </a:bodyPr>
          <a:lstStyle/>
          <a:p>
            <a:pPr algn="r" rtl="1">
              <a:lnSpc>
                <a:spcPct val="200000"/>
              </a:lnSpc>
            </a:pPr>
            <a:r>
              <a:rPr lang="fa-IR" sz="1400" dirty="0">
                <a:cs typeface="B Morvarid" panose="00000400000000000000" pitchFamily="2" charset="-78"/>
              </a:rPr>
              <a:t>به عنوان مثال، زمانی که واحدهای توزیع با هم ارتباط برقرار کرده و اطلاعات را به اشتراک می‌گذارند، می‌توانند مسیرهای بهینه برای توزیع مواد را تعیین کنند و بهبود فرآیند توزیع را ایجاد کنند. این الگوریتم می‌تواند در بهبود کارایی و کارایی فرآیند توزیع مواد و محصولات مؤثر باشد.</a:t>
            </a:r>
            <a:endParaRPr lang="en-US" sz="1400" dirty="0">
              <a:cs typeface="B Morvarid" panose="00000400000000000000" pitchFamily="2" charset="-78"/>
            </a:endParaRPr>
          </a:p>
        </p:txBody>
      </p:sp>
      <p:pic>
        <p:nvPicPr>
          <p:cNvPr id="3075" name="Picture 3" descr="Systems | Free Full-Text | Adaptive Artificial Bee Colony ...">
            <a:extLst>
              <a:ext uri="{FF2B5EF4-FFF2-40B4-BE49-F238E27FC236}">
                <a16:creationId xmlns:a16="http://schemas.microsoft.com/office/drawing/2014/main" id="{27BC99BE-7804-C4AB-2E93-A07DA52C1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7626" y="3013787"/>
            <a:ext cx="5469586" cy="349898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Bee icon PNG and SVG Vector Free Download">
            <a:extLst>
              <a:ext uri="{FF2B5EF4-FFF2-40B4-BE49-F238E27FC236}">
                <a16:creationId xmlns:a16="http://schemas.microsoft.com/office/drawing/2014/main" id="{12D754F6-BA1A-C635-3CF1-DEADEE429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625409">
            <a:off x="368170" y="4660467"/>
            <a:ext cx="785804" cy="8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273294"/>
      </p:ext>
    </p:extLst>
  </p:cSld>
  <p:clrMapOvr>
    <a:masterClrMapping/>
  </p:clrMapOvr>
  <p:timing>
    <p:tnLst>
      <p:par>
        <p:cTn id="1" dur="indefinite" restart="never" nodeType="tmRoot">
          <p:childTnLst>
            <p:par>
              <p:cTn id="2"/>
            </p:par>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BE907-023B-0AC3-312C-A196FAC735F6}"/>
              </a:ext>
            </a:extLst>
          </p:cNvPr>
          <p:cNvSpPr>
            <a:spLocks noGrp="1"/>
          </p:cNvSpPr>
          <p:nvPr>
            <p:ph idx="1"/>
          </p:nvPr>
        </p:nvSpPr>
        <p:spPr/>
        <p:txBody>
          <a:bodyPr>
            <a:normAutofit/>
          </a:bodyPr>
          <a:lstStyle/>
          <a:p>
            <a:pPr algn="ctr" rtl="1"/>
            <a:r>
              <a:rPr lang="fa-IR" sz="3600" dirty="0">
                <a:cs typeface="B Morvarid" panose="00000400000000000000" pitchFamily="2" charset="-78"/>
              </a:rPr>
              <a:t>باتشکر از توجه شما</a:t>
            </a:r>
            <a:endParaRPr lang="en-US" sz="3600" dirty="0">
              <a:cs typeface="B Morvarid" panose="00000400000000000000" pitchFamily="2" charset="-78"/>
            </a:endParaRPr>
          </a:p>
        </p:txBody>
      </p:sp>
      <p:sp>
        <p:nvSpPr>
          <p:cNvPr id="4" name="Footer Placeholder 3">
            <a:extLst>
              <a:ext uri="{FF2B5EF4-FFF2-40B4-BE49-F238E27FC236}">
                <a16:creationId xmlns:a16="http://schemas.microsoft.com/office/drawing/2014/main" id="{B00DBD2C-B80D-3A47-248B-3948A5FE6150}"/>
              </a:ext>
            </a:extLst>
          </p:cNvPr>
          <p:cNvSpPr>
            <a:spLocks noGrp="1"/>
          </p:cNvSpPr>
          <p:nvPr>
            <p:ph type="ftr" sz="quarter" idx="11"/>
          </p:nvPr>
        </p:nvSpPr>
        <p:spPr/>
        <p:txBody>
          <a:bodyPr/>
          <a:lstStyle/>
          <a:p>
            <a:r>
              <a:rPr lang="en-US"/>
              <a:t>F.Molaei Jahromi</a:t>
            </a:r>
            <a:endParaRPr lang="en-US" dirty="0"/>
          </a:p>
        </p:txBody>
      </p:sp>
      <p:sp>
        <p:nvSpPr>
          <p:cNvPr id="5" name="Slide Number Placeholder 4">
            <a:extLst>
              <a:ext uri="{FF2B5EF4-FFF2-40B4-BE49-F238E27FC236}">
                <a16:creationId xmlns:a16="http://schemas.microsoft.com/office/drawing/2014/main" id="{3711C4CD-65BB-2176-07D9-FE81B05E31F9}"/>
              </a:ext>
            </a:extLst>
          </p:cNvPr>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6146" name="Picture 2" descr="Bee Icon PNG Images, Vectors Free Download - Pngtree">
            <a:extLst>
              <a:ext uri="{FF2B5EF4-FFF2-40B4-BE49-F238E27FC236}">
                <a16:creationId xmlns:a16="http://schemas.microsoft.com/office/drawing/2014/main" id="{C7EADCBB-305F-F346-70DB-359937F7F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354" y="2084225"/>
            <a:ext cx="2689549" cy="2689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50584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276</TotalTime>
  <Words>763</Words>
  <Application>Microsoft Office PowerPoint</Application>
  <PresentationFormat>Widescreen</PresentationFormat>
  <Paragraphs>104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Cambria Math</vt:lpstr>
      <vt:lpstr>samim</vt:lpstr>
      <vt:lpstr>Arial</vt:lpstr>
      <vt:lpstr>Calibri</vt:lpstr>
      <vt:lpstr>Wingdings 2</vt:lpstr>
      <vt:lpstr>Gill Sans MT</vt:lpstr>
      <vt:lpstr>Dividend</vt:lpstr>
      <vt:lpstr>الگوریتم کلونی زنبور مصنوعی</vt:lpstr>
      <vt:lpstr>داستان زنبورها</vt:lpstr>
      <vt:lpstr>زنبورهای کارگر</vt:lpstr>
      <vt:lpstr>زنبورهای کارگر(ادامه)</vt:lpstr>
      <vt:lpstr>زنبورهای کارگر(ادامه)</vt:lpstr>
      <vt:lpstr>زنبورهای کارگر(ادامه)</vt:lpstr>
      <vt:lpstr>زنبورهای کارگر(ادامه)</vt:lpstr>
      <vt:lpstr>زنبورهای کارگر(ادامه)</vt:lpstr>
      <vt:lpstr>زنبورهای نگهبان</vt:lpstr>
      <vt:lpstr>زنبورهای نگهبان(ادامه)</vt:lpstr>
      <vt:lpstr>زنبورهای نگهبان(ادامه)</vt:lpstr>
      <vt:lpstr>زنبورهای پیشرو</vt:lpstr>
      <vt:lpstr>کاربرد الگوریتم ABC در ماشین‌‌های خودگردان</vt:lpstr>
      <vt:lpstr>کاربرد الگوریتم ABC در ماشین‌‌های خودگردان(ادامه)</vt:lpstr>
      <vt:lpstr>کاربرد الگوریتم ABC در ماشین‌‌های خودگردان(ادامه)</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Bee colony algorithm</dc:title>
  <dc:creator>Fateme Molaei</dc:creator>
  <cp:lastModifiedBy>Fateme Molaei</cp:lastModifiedBy>
  <cp:revision>3</cp:revision>
  <dcterms:created xsi:type="dcterms:W3CDTF">2024-04-28T09:56:33Z</dcterms:created>
  <dcterms:modified xsi:type="dcterms:W3CDTF">2024-04-30T20:15:33Z</dcterms:modified>
</cp:coreProperties>
</file>